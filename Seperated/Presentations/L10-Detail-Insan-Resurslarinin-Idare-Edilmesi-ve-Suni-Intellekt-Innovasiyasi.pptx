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_rels/slideMaster12.xml.rels" ContentType="application/vnd.openxmlformats-package.relationships+xml"/>
  <Override PartName="/ppt/slideMasters/_rels/slideMaster6.xml.rels" ContentType="application/vnd.openxmlformats-package.relationships+xml"/>
  <Override PartName="/ppt/slideMasters/_rels/slideMaster11.xml.rels" ContentType="application/vnd.openxmlformats-package.relationships+xml"/>
  <Override PartName="/ppt/slideMasters/_rels/slideMaster5.xml.rels" ContentType="application/vnd.openxmlformats-package.relationships+xml"/>
  <Override PartName="/ppt/slideMasters/_rels/slideMaster10.xml.rels" ContentType="application/vnd.openxmlformats-package.relationships+xml"/>
  <Override PartName="/ppt/slideMasters/_rels/slideMaster4.xml.rels" ContentType="application/vnd.openxmlformats-package.relationships+xml"/>
  <Override PartName="/ppt/slideMasters/_rels/slideMaster9.xml.rels" ContentType="application/vnd.openxmlformats-package.relationships+xml"/>
  <Override PartName="/ppt/slideMasters/_rels/slideMaster8.xml.rels" ContentType="application/vnd.openxmlformats-package.relationships+xml"/>
  <Override PartName="/ppt/slideMasters/_rels/slideMaster7.xml.rels" ContentType="application/vnd.openxmlformats-package.relationships+xml"/>
  <Override PartName="/ppt/slideMasters/_rels/slideMaster3.xml.rels" ContentType="application/vnd.openxmlformats-package.relationships+xml"/>
  <Override PartName="/ppt/slideMasters/_rels/slideMaster2.xml.rels" ContentType="application/vnd.openxmlformats-package.relationships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Masters/slideMaster8.xml" ContentType="application/vnd.openxmlformats-officedocument.presentationml.slideMaster+xml"/>
  <Override PartName="/ppt/slideMasters/slideMaster9.xml" ContentType="application/vnd.openxmlformats-officedocument.presentationml.slideMaster+xml"/>
  <Override PartName="/ppt/slideMasters/slideMaster10.xml" ContentType="application/vnd.openxmlformats-officedocument.presentationml.slideMaster+xml"/>
  <Override PartName="/ppt/slideMasters/slideMaster11.xml" ContentType="application/vnd.openxmlformats-officedocument.presentationml.slideMaster+xml"/>
  <Override PartName="/ppt/slideMasters/slideMaster12.xml" ContentType="application/vnd.openxmlformats-officedocument.presentationml.slideMaster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theme/theme11.xml" ContentType="application/vnd.openxmlformats-officedocument.theme+xml"/>
  <Override PartName="/ppt/theme/theme2.xml" ContentType="application/vnd.openxmlformats-officedocument.theme+xml"/>
  <Override PartName="/ppt/theme/theme12.xml" ContentType="application/vnd.openxmlformats-officedocument.theme+xml"/>
  <Override PartName="/ppt/theme/theme3.xml" ContentType="application/vnd.openxmlformats-officedocument.theme+xml"/>
  <Override PartName="/ppt/theme/theme1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theme/theme7.xml" ContentType="application/vnd.openxmlformats-officedocument.theme+xml"/>
  <Override PartName="/ppt/theme/theme8.xml" ContentType="application/vnd.openxmlformats-officedocument.theme+xml"/>
  <Override PartName="/ppt/theme/theme9.xml" ContentType="application/vnd.openxmlformats-officedocument.theme+xml"/>
  <Override PartName="/ppt/theme/theme10.xml" ContentType="application/vnd.openxmlformats-officedocument.theme+xml"/>
  <Override PartName="/ppt/slideLayouts/_rels/slideLayout9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12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1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_rels/presentation.xml.rels" ContentType="application/vnd.openxmlformats-package.relationships+xml"/>
  <Override PartName="/ppt/notesMasters/_rels/notesMaster1.xml.rels" ContentType="application/vnd.openxmlformats-package.relationships+xml"/>
  <Override PartName="/ppt/notesMasters/notesMaster1.xml" ContentType="application/vnd.openxmlformats-officedocument.presentationml.notesMaster+xml"/>
  <Override PartName="/ppt/media/image28.png" ContentType="image/png"/>
  <Override PartName="/ppt/media/image26.png" ContentType="image/png"/>
  <Override PartName="/ppt/media/image24.png" ContentType="image/png"/>
  <Override PartName="/ppt/media/image22.png" ContentType="image/png"/>
  <Override PartName="/ppt/media/image15.png" ContentType="image/png"/>
  <Override PartName="/ppt/media/image18.png" ContentType="image/png"/>
  <Override PartName="/ppt/media/image9.png" ContentType="image/png"/>
  <Override PartName="/ppt/media/image29.svg" ContentType="image/svg"/>
  <Override PartName="/ppt/media/image31.svg" ContentType="image/svg"/>
  <Override PartName="/ppt/media/image20.png" ContentType="image/png"/>
  <Override PartName="/ppt/media/image10.svg" ContentType="image/svg"/>
  <Override PartName="/ppt/media/image13.png" ContentType="image/png"/>
  <Override PartName="/ppt/media/image23.svg" ContentType="image/svg"/>
  <Override PartName="/ppt/media/image17.svg" ContentType="image/svg"/>
  <Override PartName="/ppt/media/image3.png" ContentType="image/png"/>
  <Override PartName="/ppt/media/image35.png" ContentType="image/png"/>
  <Override PartName="/ppt/media/image30.png" ContentType="image/png"/>
  <Override PartName="/ppt/media/image32.png" ContentType="image/png"/>
  <Override PartName="/ppt/media/image5.png" ContentType="image/png"/>
  <Override PartName="/ppt/media/image25.svg" ContentType="image/svg"/>
  <Override PartName="/ppt/media/image14.png" ContentType="image/png"/>
  <Override PartName="/ppt/media/image6.svg" ContentType="image/svg"/>
  <Override PartName="/ppt/media/image11.png" ContentType="image/png"/>
  <Override PartName="/ppt/media/image21.svg" ContentType="image/svg"/>
  <Override PartName="/ppt/media/image34.png" ContentType="image/png"/>
  <Override PartName="/ppt/media/image2.png" ContentType="image/png"/>
  <Override PartName="/ppt/media/image7.png" ContentType="image/png"/>
  <Override PartName="/ppt/media/image8.svg" ContentType="image/svg"/>
  <Override PartName="/ppt/media/image16.png" ContentType="image/png"/>
  <Override PartName="/ppt/media/image27.svg" ContentType="image/svg"/>
  <Override PartName="/ppt/media/image12.png" ContentType="image/png"/>
  <Override PartName="/ppt/media/image4.svg" ContentType="image/svg"/>
  <Override PartName="/ppt/media/image33.png" ContentType="image/png"/>
  <Override PartName="/ppt/media/image1.png" ContentType="image/png"/>
  <Override PartName="/ppt/media/image19.svg" ContentType="image/svg"/>
  <Override PartName="/ppt/slides/slide1.xml" ContentType="application/vnd.openxmlformats-officedocument.presentationml.slide+xml"/>
  <Override PartName="/ppt/slides/_rels/slide12.xml.rels" ContentType="application/vnd.openxmlformats-package.relationships+xml"/>
  <Override PartName="/ppt/slides/_rels/slide9.xml.rels" ContentType="application/vnd.openxmlformats-package.relationships+xml"/>
  <Override PartName="/ppt/slides/_rels/slide11.xml.rels" ContentType="application/vnd.openxmlformats-package.relationships+xml"/>
  <Override PartName="/ppt/slides/_rels/slide8.xml.rels" ContentType="application/vnd.openxmlformats-package.relationships+xml"/>
  <Override PartName="/ppt/slides/_rels/slide10.xml.rels" ContentType="application/vnd.openxmlformats-package.relationships+xml"/>
  <Override PartName="/ppt/slides/_rels/slide7.xml.rels" ContentType="application/vnd.openxmlformats-package.relationships+xml"/>
  <Override PartName="/ppt/slides/_rels/slide6.xml.rels" ContentType="application/vnd.openxmlformats-package.relationships+xml"/>
  <Override PartName="/ppt/slides/_rels/slide5.xml.rels" ContentType="application/vnd.openxmlformats-package.relationships+xml"/>
  <Override PartName="/ppt/slides/_rels/slide4.xml.rels" ContentType="application/vnd.openxmlformats-package.relationships+xml"/>
  <Override PartName="/ppt/slides/_rels/slide3.xml.rels" ContentType="application/vnd.openxmlformats-package.relationships+xml"/>
  <Override PartName="/ppt/slides/_rels/slide2.xml.rels" ContentType="application/vnd.openxmlformats-package.relationships+xml"/>
  <Override PartName="/ppt/slides/_rels/slide1.xml.rels" ContentType="application/vnd.openxmlformats-package.relationships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10.xml" ContentType="application/vnd.openxmlformats-officedocument.presentationml.slide+xml"/>
  <Override PartName="/ppt/slides/slide8.xml" ContentType="application/vnd.openxmlformats-officedocument.presentationml.slide+xml"/>
  <Override PartName="/ppt/slides/slide11.xml" ContentType="application/vnd.openxmlformats-officedocument.presentationml.slide+xml"/>
  <Override PartName="/ppt/slides/slide9.xml" ContentType="application/vnd.openxmlformats-officedocument.presentationml.slide+xml"/>
  <Override PartName="/ppt/slides/slide12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_rels/notesSlide11.xml.rels" ContentType="application/vnd.openxmlformats-package.relationships+xml"/>
  <Override PartName="/ppt/notesSlides/_rels/notesSlide4.xml.rels" ContentType="application/vnd.openxmlformats-package.relationships+xml"/>
  <Override PartName="/ppt/notesSlides/_rels/notesSlide9.xml.rels" ContentType="application/vnd.openxmlformats-package.relationships+xml"/>
  <Override PartName="/ppt/notesSlides/_rels/notesSlide10.xml.rels" ContentType="application/vnd.openxmlformats-package.relationships+xml"/>
  <Override PartName="/ppt/notesSlides/_rels/notesSlide3.xml.rels" ContentType="application/vnd.openxmlformats-package.relationships+xml"/>
  <Override PartName="/ppt/notesSlides/_rels/notesSlide8.xml.rels" ContentType="application/vnd.openxmlformats-package.relationships+xml"/>
  <Override PartName="/ppt/notesSlides/_rels/notesSlide7.xml.rels" ContentType="application/vnd.openxmlformats-package.relationships+xml"/>
  <Override PartName="/ppt/notesSlides/_rels/notesSlide6.xml.rels" ContentType="application/vnd.openxmlformats-package.relationships+xml"/>
  <Override PartName="/ppt/notesSlides/_rels/notesSlide5.xml.rels" ContentType="application/vnd.openxmlformats-package.relationships+xml"/>
  <Override PartName="/ppt/notesSlides/_rels/notesSlide2.xml.rels" ContentType="application/vnd.openxmlformats-package.relationships+xml"/>
  <Override PartName="/ppt/notesSlides/_rels/notesSlide1.xml.rels" ContentType="application/vnd.openxmlformats-package.relationships+xml"/>
  <Override PartName="/ppt/notesSlides/notesSlide9.xml" ContentType="application/vnd.openxmlformats-officedocument.presentationml.notesSlide+xml"/>
  <Override PartName="/ppt/notesSlides/notesSlide11.xml" ContentType="application/vnd.openxmlformats-officedocument.presentationml.notes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50" r:id="rId3"/>
    <p:sldMasterId id="2147483652" r:id="rId4"/>
    <p:sldMasterId id="2147483654" r:id="rId5"/>
    <p:sldMasterId id="2147483656" r:id="rId6"/>
    <p:sldMasterId id="2147483658" r:id="rId7"/>
    <p:sldMasterId id="2147483660" r:id="rId8"/>
    <p:sldMasterId id="2147483662" r:id="rId9"/>
    <p:sldMasterId id="2147483664" r:id="rId10"/>
    <p:sldMasterId id="2147483666" r:id="rId11"/>
    <p:sldMasterId id="2147483668" r:id="rId12"/>
    <p:sldMasterId id="2147483670" r:id="rId13"/>
  </p:sldMasterIdLst>
  <p:notesMasterIdLst>
    <p:notesMasterId r:id="rId14"/>
  </p:notesMasterIdLst>
  <p:sldIdLst>
    <p:sldId id="256" r:id="rId15"/>
    <p:sldId id="257" r:id="rId16"/>
    <p:sldId id="258" r:id="rId17"/>
    <p:sldId id="259" r:id="rId18"/>
    <p:sldId id="260" r:id="rId19"/>
    <p:sldId id="261" r:id="rId20"/>
    <p:sldId id="262" r:id="rId21"/>
    <p:sldId id="263" r:id="rId22"/>
    <p:sldId id="264" r:id="rId23"/>
    <p:sldId id="265" r:id="rId24"/>
    <p:sldId id="266" r:id="rId25"/>
    <p:sldId id="267" r:id="rId26"/>
  </p:sldIdLst>
  <p:sldSz cx="14630400" cy="8229600"/>
  <p:notesSz cx="8229600" cy="146304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slideMaster" Target="slideMasters/slideMaster3.xml"/><Relationship Id="rId5" Type="http://schemas.openxmlformats.org/officeDocument/2006/relationships/slideMaster" Target="slideMasters/slideMaster4.xml"/><Relationship Id="rId6" Type="http://schemas.openxmlformats.org/officeDocument/2006/relationships/slideMaster" Target="slideMasters/slideMaster5.xml"/><Relationship Id="rId7" Type="http://schemas.openxmlformats.org/officeDocument/2006/relationships/slideMaster" Target="slideMasters/slideMaster6.xml"/><Relationship Id="rId8" Type="http://schemas.openxmlformats.org/officeDocument/2006/relationships/slideMaster" Target="slideMasters/slideMaster7.xml"/><Relationship Id="rId9" Type="http://schemas.openxmlformats.org/officeDocument/2006/relationships/slideMaster" Target="slideMasters/slideMaster8.xml"/><Relationship Id="rId10" Type="http://schemas.openxmlformats.org/officeDocument/2006/relationships/slideMaster" Target="slideMasters/slideMaster9.xml"/><Relationship Id="rId11" Type="http://schemas.openxmlformats.org/officeDocument/2006/relationships/slideMaster" Target="slideMasters/slideMaster10.xml"/><Relationship Id="rId12" Type="http://schemas.openxmlformats.org/officeDocument/2006/relationships/slideMaster" Target="slideMasters/slideMaster11.xml"/><Relationship Id="rId13" Type="http://schemas.openxmlformats.org/officeDocument/2006/relationships/slideMaster" Target="slideMasters/slideMaster12.xml"/><Relationship Id="rId14" Type="http://schemas.openxmlformats.org/officeDocument/2006/relationships/notesMaster" Target="notesMasters/notesMaster1.xml"/><Relationship Id="rId15" Type="http://schemas.openxmlformats.org/officeDocument/2006/relationships/slide" Target="slides/slide1.xml"/><Relationship Id="rId16" Type="http://schemas.openxmlformats.org/officeDocument/2006/relationships/slide" Target="slides/slide2.xml"/><Relationship Id="rId17" Type="http://schemas.openxmlformats.org/officeDocument/2006/relationships/slide" Target="slides/slide3.xml"/><Relationship Id="rId18" Type="http://schemas.openxmlformats.org/officeDocument/2006/relationships/slide" Target="slides/slide4.xml"/><Relationship Id="rId19" Type="http://schemas.openxmlformats.org/officeDocument/2006/relationships/slide" Target="slides/slide5.xml"/><Relationship Id="rId20" Type="http://schemas.openxmlformats.org/officeDocument/2006/relationships/slide" Target="slides/slide6.xml"/><Relationship Id="rId21" Type="http://schemas.openxmlformats.org/officeDocument/2006/relationships/slide" Target="slides/slide7.xml"/><Relationship Id="rId22" Type="http://schemas.openxmlformats.org/officeDocument/2006/relationships/slide" Target="slides/slide8.xml"/><Relationship Id="rId23" Type="http://schemas.openxmlformats.org/officeDocument/2006/relationships/slide" Target="slides/slide9.xml"/><Relationship Id="rId24" Type="http://schemas.openxmlformats.org/officeDocument/2006/relationships/slide" Target="slides/slide10.xml"/><Relationship Id="rId25" Type="http://schemas.openxmlformats.org/officeDocument/2006/relationships/slide" Target="slides/slide11.xml"/><Relationship Id="rId26" Type="http://schemas.openxmlformats.org/officeDocument/2006/relationships/slide" Target="slides/slide12.xml"/><Relationship Id="rId27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13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PlaceHolder 1"/>
          <p:cNvSpPr>
            <a:spLocks noGrp="1"/>
          </p:cNvSpPr>
          <p:nvPr>
            <p:ph type="sldImg"/>
          </p:nvPr>
        </p:nvSpPr>
        <p:spPr>
          <a:xfrm>
            <a:off x="0" y="76428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r>
              <a:rPr b="0" lang="en-US" sz="4400" spc="-1" strike="noStrike">
                <a:solidFill>
                  <a:schemeClr val="dk1"/>
                </a:solidFill>
                <a:latin typeface="Calibri Light"/>
              </a:rPr>
              <a:t>Click to move the slide</a:t>
            </a:r>
            <a:endParaRPr b="0" lang="en-US" sz="4400" spc="-1" strike="noStrike">
              <a:solidFill>
                <a:schemeClr val="dk1"/>
              </a:solidFill>
              <a:latin typeface="Calibri Light"/>
            </a:endParaRPr>
          </a:p>
        </p:txBody>
      </p:sp>
      <p:sp>
        <p:nvSpPr>
          <p:cNvPr id="45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7560" cy="4525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Click to edit the notes format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&lt;header&gt;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7" name="PlaceHolder 4"/>
          <p:cNvSpPr>
            <a:spLocks noGrp="1"/>
          </p:cNvSpPr>
          <p:nvPr>
            <p:ph type="dt" idx="1"/>
          </p:nvPr>
        </p:nvSpPr>
        <p:spPr>
          <a:xfrm>
            <a:off x="4399200" y="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8" name="PlaceHolder 5"/>
          <p:cNvSpPr>
            <a:spLocks noGrp="1"/>
          </p:cNvSpPr>
          <p:nvPr>
            <p:ph type="ftr" idx="2"/>
          </p:nvPr>
        </p:nvSpPr>
        <p:spPr>
          <a:xfrm>
            <a:off x="0" y="955548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9" name="PlaceHolder 6"/>
          <p:cNvSpPr>
            <a:spLocks noGrp="1"/>
          </p:cNvSpPr>
          <p:nvPr>
            <p:ph type="sldNum" idx="3"/>
          </p:nvPr>
        </p:nvSpPr>
        <p:spPr>
          <a:xfrm>
            <a:off x="4399200" y="955548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buNone/>
            </a:pPr>
            <a:fld id="{0B9AF290-9AA9-4F16-B329-DC342E87E1F6}" type="slidenum"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&lt;number&gt;</a:t>
            </a:fld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_rels/notesSlide7.xml.rels><?xml version="1.0" encoding="UTF-8"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
</Relationships>
</file>

<file path=ppt/notesSlides/_rels/notesSlide8.xml.rels><?xml version="1.0" encoding="UTF-8"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
</Relationships>
</file>

<file path=ppt/notesSlides/_rels/notesSlide9.xml.rels><?xml version="1.0" encoding="UTF-8"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
</Relationships>
</file>

<file path=ppt/notesSlides/_rels/notesSlide10.xml.rels><?xml version="1.0" encoding="UTF-8"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
</Relationships>
</file>

<file path=ppt/notesSlides/_rels/notesSlide11.xml.rels><?xml version="1.0" encoding="UTF-8"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3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6" name="PlaceHolder 3"/>
          <p:cNvSpPr>
            <a:spLocks noGrp="1"/>
          </p:cNvSpPr>
          <p:nvPr>
            <p:ph type="sldNum" idx="4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b="0" lang="en-US" sz="12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2DDF39EC-1E21-4560-AF3A-E6267B8BC286}" type="slidenum">
              <a:rPr b="0" lang="en-US" sz="1200" spc="-1" strike="noStrike">
                <a:solidFill>
                  <a:srgbClr val="000000"/>
                </a:solidFill>
                <a:latin typeface="Times New Roman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3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9" name="PlaceHolder 3"/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b="0" lang="en-US" sz="12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F2F4DE6E-7778-433D-A9AA-02627C5BBD54}" type="slidenum">
              <a:rPr b="0" lang="en-US" sz="1200" spc="-1" strike="noStrike">
                <a:solidFill>
                  <a:srgbClr val="000000"/>
                </a:solidFill>
                <a:latin typeface="Times New Roman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4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2" name="PlaceHolder 3"/>
          <p:cNvSpPr>
            <a:spLocks noGrp="1"/>
          </p:cNvSpPr>
          <p:nvPr>
            <p:ph type="sldNum" idx="6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b="0" lang="en-US" sz="12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F8F1899B-1241-4AF8-93EC-FE9D4DAA8580}" type="slidenum">
              <a:rPr b="0" lang="en-US" sz="1200" spc="-1" strike="noStrike">
                <a:solidFill>
                  <a:srgbClr val="000000"/>
                </a:solidFill>
                <a:latin typeface="Times New Roman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4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5" name="PlaceHolder 3"/>
          <p:cNvSpPr>
            <a:spLocks noGrp="1"/>
          </p:cNvSpPr>
          <p:nvPr>
            <p:ph type="sldNum" idx="7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b="0" lang="en-US" sz="12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A0A34EA5-7F51-4385-A134-FF730A20C682}" type="slidenum">
              <a:rPr b="0" lang="en-US" sz="1200" spc="-1" strike="noStrike">
                <a:solidFill>
                  <a:srgbClr val="000000"/>
                </a:solidFill>
                <a:latin typeface="Times New Roman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4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8" name="PlaceHolder 3"/>
          <p:cNvSpPr>
            <a:spLocks noGrp="1"/>
          </p:cNvSpPr>
          <p:nvPr>
            <p:ph type="sldNum" idx="8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b="0" lang="en-US" sz="12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DBB628E6-A874-4EE9-88BE-B3FC958A3800}" type="slidenum">
              <a:rPr b="0" lang="en-US" sz="1200" spc="-1" strike="noStrike">
                <a:solidFill>
                  <a:srgbClr val="000000"/>
                </a:solidFill>
                <a:latin typeface="Times New Roman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5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1" name="PlaceHolder 3"/>
          <p:cNvSpPr>
            <a:spLocks noGrp="1"/>
          </p:cNvSpPr>
          <p:nvPr>
            <p:ph type="sldNum" idx="9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b="0" lang="en-US" sz="12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07CFC321-E379-40A4-85DB-83314D604BA5}" type="slidenum">
              <a:rPr b="0" lang="en-US" sz="1200" spc="-1" strike="noStrike">
                <a:solidFill>
                  <a:srgbClr val="000000"/>
                </a:solidFill>
                <a:latin typeface="Times New Roman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5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4" name="PlaceHolder 3"/>
          <p:cNvSpPr>
            <a:spLocks noGrp="1"/>
          </p:cNvSpPr>
          <p:nvPr>
            <p:ph type="sldNum" idx="10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b="0" lang="en-US" sz="12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76D4B560-9EBF-42A4-A4C2-EC4B3BF0925B}" type="slidenum">
              <a:rPr b="0" lang="en-US" sz="1200" spc="-1" strike="noStrike">
                <a:solidFill>
                  <a:srgbClr val="000000"/>
                </a:solidFill>
                <a:latin typeface="Times New Roman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5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7" name="PlaceHolder 3"/>
          <p:cNvSpPr>
            <a:spLocks noGrp="1"/>
          </p:cNvSpPr>
          <p:nvPr>
            <p:ph type="sldNum" idx="11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b="0" lang="en-US" sz="12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32BC9BC0-2F56-4631-AE18-2578B6FA68A7}" type="slidenum">
              <a:rPr b="0" lang="en-US" sz="1200" spc="-1" strike="noStrike">
                <a:solidFill>
                  <a:srgbClr val="000000"/>
                </a:solidFill>
                <a:latin typeface="Times New Roman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5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0" name="PlaceHolder 3"/>
          <p:cNvSpPr>
            <a:spLocks noGrp="1"/>
          </p:cNvSpPr>
          <p:nvPr>
            <p:ph type="sldNum" idx="12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b="0" lang="en-US" sz="12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CE408733-129D-423B-A9D2-663757A6DBA3}" type="slidenum">
              <a:rPr b="0" lang="en-US" sz="1200" spc="-1" strike="noStrike">
                <a:solidFill>
                  <a:srgbClr val="000000"/>
                </a:solidFill>
                <a:latin typeface="Times New Roman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6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3" name="PlaceHolder 3"/>
          <p:cNvSpPr>
            <a:spLocks noGrp="1"/>
          </p:cNvSpPr>
          <p:nvPr>
            <p:ph type="sldNum" idx="13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b="0" lang="en-US" sz="12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EEFF9CD1-BD17-4AB9-89DC-1D113EEA8A73}" type="slidenum">
              <a:rPr b="0" lang="en-US" sz="1200" spc="-1" strike="noStrike">
                <a:solidFill>
                  <a:srgbClr val="000000"/>
                </a:solidFill>
                <a:latin typeface="Times New Roman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6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6" name="PlaceHolder 3"/>
          <p:cNvSpPr>
            <a:spLocks noGrp="1"/>
          </p:cNvSpPr>
          <p:nvPr>
            <p:ph type="sldNum" idx="14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b="0" lang="en-US" sz="12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AABF3E93-59D9-41CF-A351-CBB07239BBB8}" type="slidenum">
              <a:rPr b="0" lang="en-US" sz="1200" spc="-1" strike="noStrike">
                <a:solidFill>
                  <a:srgbClr val="000000"/>
                </a:solidFill>
                <a:latin typeface="Times New Roman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2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lide 9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lide 10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lide 11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lide 1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lide 2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lide 3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lide 4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lide 5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lide 6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lide 7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lide 8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2.xml"/>
</Relationships>
</file>

<file path=ppt/slideMasters/_rels/slideMaster3.xml.rels><?xml version="1.0" encoding="UTF-8"?>
<Relationships xmlns="http://schemas.openxmlformats.org/package/2006/relationships"><Relationship Id="rId1" Type="http://schemas.openxmlformats.org/officeDocument/2006/relationships/theme" Target="../theme/theme3.xml"/><Relationship Id="rId2" Type="http://schemas.openxmlformats.org/officeDocument/2006/relationships/slideLayout" Target="../slideLayouts/slideLayout3.xml"/>
</Relationships>
</file>

<file path=ppt/slideMasters/_rels/slideMaster4.xml.rels><?xml version="1.0" encoding="UTF-8"?>
<Relationships xmlns="http://schemas.openxmlformats.org/package/2006/relationships"><Relationship Id="rId1" Type="http://schemas.openxmlformats.org/officeDocument/2006/relationships/theme" Target="../theme/theme4.xml"/><Relationship Id="rId2" Type="http://schemas.openxmlformats.org/officeDocument/2006/relationships/slideLayout" Target="../slideLayouts/slideLayout4.xml"/>
</Relationships>
</file>

<file path=ppt/slideMasters/_rels/slideMaster5.xml.rels><?xml version="1.0" encoding="UTF-8"?>
<Relationships xmlns="http://schemas.openxmlformats.org/package/2006/relationships"><Relationship Id="rId1" Type="http://schemas.openxmlformats.org/officeDocument/2006/relationships/theme" Target="../theme/theme5.xml"/><Relationship Id="rId2" Type="http://schemas.openxmlformats.org/officeDocument/2006/relationships/slideLayout" Target="../slideLayouts/slideLayout5.xml"/>
</Relationships>
</file>

<file path=ppt/slideMasters/_rels/slideMaster6.xml.rels><?xml version="1.0" encoding="UTF-8"?>
<Relationships xmlns="http://schemas.openxmlformats.org/package/2006/relationships"><Relationship Id="rId1" Type="http://schemas.openxmlformats.org/officeDocument/2006/relationships/theme" Target="../theme/theme6.xml"/><Relationship Id="rId2" Type="http://schemas.openxmlformats.org/officeDocument/2006/relationships/slideLayout" Target="../slideLayouts/slideLayout6.xml"/>
</Relationships>
</file>

<file path=ppt/slideMasters/_rels/slideMaster7.xml.rels><?xml version="1.0" encoding="UTF-8"?>
<Relationships xmlns="http://schemas.openxmlformats.org/package/2006/relationships"><Relationship Id="rId1" Type="http://schemas.openxmlformats.org/officeDocument/2006/relationships/theme" Target="../theme/theme7.xml"/><Relationship Id="rId2" Type="http://schemas.openxmlformats.org/officeDocument/2006/relationships/slideLayout" Target="../slideLayouts/slideLayout7.xml"/>
</Relationships>
</file>

<file path=ppt/slideMasters/_rels/slideMaster8.xml.rels><?xml version="1.0" encoding="UTF-8"?>
<Relationships xmlns="http://schemas.openxmlformats.org/package/2006/relationships"><Relationship Id="rId1" Type="http://schemas.openxmlformats.org/officeDocument/2006/relationships/theme" Target="../theme/theme8.xml"/><Relationship Id="rId2" Type="http://schemas.openxmlformats.org/officeDocument/2006/relationships/slideLayout" Target="../slideLayouts/slideLayout8.xml"/>
</Relationships>
</file>

<file path=ppt/slideMasters/_rels/slideMaster9.xml.rels><?xml version="1.0" encoding="UTF-8"?>
<Relationships xmlns="http://schemas.openxmlformats.org/package/2006/relationships"><Relationship Id="rId1" Type="http://schemas.openxmlformats.org/officeDocument/2006/relationships/theme" Target="../theme/theme9.xml"/><Relationship Id="rId2" Type="http://schemas.openxmlformats.org/officeDocument/2006/relationships/slideLayout" Target="../slideLayouts/slideLayout9.xml"/>
</Relationships>
</file>

<file path=ppt/slideMasters/_rels/slideMaster10.xml.rels><?xml version="1.0" encoding="UTF-8"?>
<Relationships xmlns="http://schemas.openxmlformats.org/package/2006/relationships"><Relationship Id="rId1" Type="http://schemas.openxmlformats.org/officeDocument/2006/relationships/theme" Target="../theme/theme10.xml"/><Relationship Id="rId2" Type="http://schemas.openxmlformats.org/officeDocument/2006/relationships/slideLayout" Target="../slideLayouts/slideLayout10.xml"/>
</Relationships>
</file>

<file path=ppt/slideMasters/_rels/slideMaster11.xml.rels><?xml version="1.0" encoding="UTF-8"?>
<Relationships xmlns="http://schemas.openxmlformats.org/package/2006/relationships"><Relationship Id="rId1" Type="http://schemas.openxmlformats.org/officeDocument/2006/relationships/theme" Target="../theme/theme11.xml"/><Relationship Id="rId2" Type="http://schemas.openxmlformats.org/officeDocument/2006/relationships/slideLayout" Target="../slideLayouts/slideLayout11.xml"/>
</Relationships>
</file>

<file path=ppt/slideMasters/_rels/slideMaster12.xml.rels><?xml version="1.0" encoding="UTF-8"?>
<Relationships xmlns="http://schemas.openxmlformats.org/package/2006/relationships"><Relationship Id="rId1" Type="http://schemas.openxmlformats.org/officeDocument/2006/relationships/theme" Target="../theme/theme12.xml"/><Relationship Id="rId2" Type="http://schemas.openxmlformats.org/officeDocument/2006/relationships/slideLayout" Target="../slideLayouts/slideLayout1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Shape 0"/>
          <p:cNvSpPr/>
          <p:nvPr/>
        </p:nvSpPr>
        <p:spPr>
          <a:xfrm>
            <a:off x="0" y="0"/>
            <a:ext cx="14630040" cy="8229240"/>
          </a:xfrm>
          <a:prstGeom prst="rect">
            <a:avLst/>
          </a:prstGeom>
          <a:solidFill>
            <a:srgbClr val="181a1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" name="Shape 1"/>
          <p:cNvSpPr/>
          <p:nvPr/>
        </p:nvSpPr>
        <p:spPr>
          <a:xfrm>
            <a:off x="0" y="0"/>
            <a:ext cx="14630040" cy="8229240"/>
          </a:xfrm>
          <a:prstGeom prst="rect">
            <a:avLst/>
          </a:prstGeom>
          <a:solidFill>
            <a:srgbClr val="11121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731520" y="328320"/>
            <a:ext cx="13167000" cy="1373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chemeClr val="dk1"/>
                </a:solidFill>
                <a:latin typeface="Calibri Light"/>
              </a:rPr>
              <a:t>Click </a:t>
            </a:r>
            <a:r>
              <a:rPr b="0" lang="en-US" sz="4400" spc="-1" strike="noStrike">
                <a:solidFill>
                  <a:schemeClr val="dk1"/>
                </a:solidFill>
                <a:latin typeface="Calibri Light"/>
              </a:rPr>
              <a:t>to edit </a:t>
            </a:r>
            <a:r>
              <a:rPr b="0" lang="en-US" sz="4400" spc="-1" strike="noStrike">
                <a:solidFill>
                  <a:schemeClr val="dk1"/>
                </a:solidFill>
                <a:latin typeface="Calibri Light"/>
              </a:rPr>
              <a:t>the </a:t>
            </a:r>
            <a:r>
              <a:rPr b="0" lang="en-US" sz="4400" spc="-1" strike="noStrike">
                <a:solidFill>
                  <a:schemeClr val="dk1"/>
                </a:solidFill>
                <a:latin typeface="Calibri Light"/>
              </a:rPr>
              <a:t>title </a:t>
            </a:r>
            <a:r>
              <a:rPr b="0" lang="en-US" sz="4400" spc="-1" strike="noStrike">
                <a:solidFill>
                  <a:schemeClr val="dk1"/>
                </a:solidFill>
                <a:latin typeface="Calibri Light"/>
              </a:rPr>
              <a:t>text </a:t>
            </a:r>
            <a:r>
              <a:rPr b="0" lang="en-US" sz="4400" spc="-1" strike="noStrike">
                <a:solidFill>
                  <a:schemeClr val="dk1"/>
                </a:solidFill>
                <a:latin typeface="Calibri Light"/>
              </a:rPr>
              <a:t>format</a:t>
            </a:r>
            <a:endParaRPr b="0" lang="en-US" sz="4400" spc="-1" strike="noStrike">
              <a:solidFill>
                <a:schemeClr val="dk1"/>
              </a:solidFill>
              <a:latin typeface="Calibri Light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731520" y="1925640"/>
            <a:ext cx="13167000" cy="4772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Click to edit the outline text format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Second Outline Level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Third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Fourth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Fifth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Sixth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Seventh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1" r:id="rId2"/>
  </p:sldLayoutIdLst>
</p:sldMaster>
</file>

<file path=ppt/slideMasters/slideMaster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0"/>
          <p:cNvSpPr/>
          <p:nvPr/>
        </p:nvSpPr>
        <p:spPr>
          <a:xfrm>
            <a:off x="0" y="0"/>
            <a:ext cx="14630040" cy="8229240"/>
          </a:xfrm>
          <a:prstGeom prst="rect">
            <a:avLst/>
          </a:prstGeom>
          <a:solidFill>
            <a:srgbClr val="181a1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" name="Shape 1"/>
          <p:cNvSpPr/>
          <p:nvPr/>
        </p:nvSpPr>
        <p:spPr>
          <a:xfrm>
            <a:off x="0" y="0"/>
            <a:ext cx="14630040" cy="8229240"/>
          </a:xfrm>
          <a:prstGeom prst="rect">
            <a:avLst/>
          </a:prstGeom>
          <a:solidFill>
            <a:srgbClr val="11121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731520" y="328320"/>
            <a:ext cx="13167000" cy="1373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chemeClr val="dk1"/>
                </a:solidFill>
                <a:latin typeface="Calibri Light"/>
              </a:rPr>
              <a:t>Click </a:t>
            </a:r>
            <a:r>
              <a:rPr b="0" lang="en-US" sz="4400" spc="-1" strike="noStrike">
                <a:solidFill>
                  <a:schemeClr val="dk1"/>
                </a:solidFill>
                <a:latin typeface="Calibri Light"/>
              </a:rPr>
              <a:t>to edit </a:t>
            </a:r>
            <a:r>
              <a:rPr b="0" lang="en-US" sz="4400" spc="-1" strike="noStrike">
                <a:solidFill>
                  <a:schemeClr val="dk1"/>
                </a:solidFill>
                <a:latin typeface="Calibri Light"/>
              </a:rPr>
              <a:t>the </a:t>
            </a:r>
            <a:r>
              <a:rPr b="0" lang="en-US" sz="4400" spc="-1" strike="noStrike">
                <a:solidFill>
                  <a:schemeClr val="dk1"/>
                </a:solidFill>
                <a:latin typeface="Calibri Light"/>
              </a:rPr>
              <a:t>title </a:t>
            </a:r>
            <a:r>
              <a:rPr b="0" lang="en-US" sz="4400" spc="-1" strike="noStrike">
                <a:solidFill>
                  <a:schemeClr val="dk1"/>
                </a:solidFill>
                <a:latin typeface="Calibri Light"/>
              </a:rPr>
              <a:t>text </a:t>
            </a:r>
            <a:r>
              <a:rPr b="0" lang="en-US" sz="4400" spc="-1" strike="noStrike">
                <a:solidFill>
                  <a:schemeClr val="dk1"/>
                </a:solidFill>
                <a:latin typeface="Calibri Light"/>
              </a:rPr>
              <a:t>format</a:t>
            </a:r>
            <a:endParaRPr b="0" lang="en-US" sz="4400" spc="-1" strike="noStrike">
              <a:solidFill>
                <a:schemeClr val="dk1"/>
              </a:solidFill>
              <a:latin typeface="Calibri Light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 type="body"/>
          </p:nvPr>
        </p:nvSpPr>
        <p:spPr>
          <a:xfrm>
            <a:off x="731520" y="1925640"/>
            <a:ext cx="13167000" cy="4772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Click to edit the outline text format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Second Outline Level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Third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Fourth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Fifth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Sixth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Seventh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3" r:id="rId2"/>
  </p:sldLayoutIdLst>
</p:sldMaster>
</file>

<file path=ppt/slideMasters/slideMaster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hape 0"/>
          <p:cNvSpPr/>
          <p:nvPr/>
        </p:nvSpPr>
        <p:spPr>
          <a:xfrm>
            <a:off x="0" y="0"/>
            <a:ext cx="14630040" cy="8229240"/>
          </a:xfrm>
          <a:prstGeom prst="rect">
            <a:avLst/>
          </a:prstGeom>
          <a:solidFill>
            <a:srgbClr val="181a1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" name="Shape 1"/>
          <p:cNvSpPr/>
          <p:nvPr/>
        </p:nvSpPr>
        <p:spPr>
          <a:xfrm>
            <a:off x="0" y="0"/>
            <a:ext cx="14630040" cy="8229240"/>
          </a:xfrm>
          <a:prstGeom prst="rect">
            <a:avLst/>
          </a:prstGeom>
          <a:solidFill>
            <a:srgbClr val="11121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" name="PlaceHolder 1"/>
          <p:cNvSpPr>
            <a:spLocks noGrp="1"/>
          </p:cNvSpPr>
          <p:nvPr>
            <p:ph type="title"/>
          </p:nvPr>
        </p:nvSpPr>
        <p:spPr>
          <a:xfrm>
            <a:off x="731520" y="328320"/>
            <a:ext cx="13167000" cy="1373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chemeClr val="dk1"/>
                </a:solidFill>
                <a:latin typeface="Calibri Light"/>
              </a:rPr>
              <a:t>Click to edit the </a:t>
            </a:r>
            <a:r>
              <a:rPr b="0" lang="en-US" sz="4400" spc="-1" strike="noStrike">
                <a:solidFill>
                  <a:schemeClr val="dk1"/>
                </a:solidFill>
                <a:latin typeface="Calibri Light"/>
              </a:rPr>
              <a:t>title text format</a:t>
            </a:r>
            <a:endParaRPr b="0" lang="en-US" sz="4400" spc="-1" strike="noStrike">
              <a:solidFill>
                <a:schemeClr val="dk1"/>
              </a:solidFill>
              <a:latin typeface="Calibri Light"/>
            </a:endParaRPr>
          </a:p>
        </p:txBody>
      </p:sp>
      <p:sp>
        <p:nvSpPr>
          <p:cNvPr id="11" name="PlaceHolder 2"/>
          <p:cNvSpPr>
            <a:spLocks noGrp="1"/>
          </p:cNvSpPr>
          <p:nvPr>
            <p:ph type="body"/>
          </p:nvPr>
        </p:nvSpPr>
        <p:spPr>
          <a:xfrm>
            <a:off x="731520" y="1925640"/>
            <a:ext cx="13167000" cy="4772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Click to edit the outline text format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Second Outline Level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Third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Fourth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Fifth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Sixth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Seventh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5" r:id="rId2"/>
  </p:sldLayoutIdLst>
</p:sldMaster>
</file>

<file path=ppt/slideMasters/slideMaster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Shape 0"/>
          <p:cNvSpPr/>
          <p:nvPr/>
        </p:nvSpPr>
        <p:spPr>
          <a:xfrm>
            <a:off x="0" y="0"/>
            <a:ext cx="14630040" cy="8229240"/>
          </a:xfrm>
          <a:prstGeom prst="rect">
            <a:avLst/>
          </a:prstGeom>
          <a:solidFill>
            <a:srgbClr val="181a1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" name="Shape 1"/>
          <p:cNvSpPr/>
          <p:nvPr/>
        </p:nvSpPr>
        <p:spPr>
          <a:xfrm>
            <a:off x="0" y="0"/>
            <a:ext cx="14630040" cy="8229240"/>
          </a:xfrm>
          <a:prstGeom prst="rect">
            <a:avLst/>
          </a:prstGeom>
          <a:solidFill>
            <a:srgbClr val="11121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731520" y="328320"/>
            <a:ext cx="13167000" cy="1373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chemeClr val="dk1"/>
                </a:solidFill>
                <a:latin typeface="Calibri Light"/>
              </a:rPr>
              <a:t>Click to edit the title text format</a:t>
            </a:r>
            <a:endParaRPr b="0" lang="en-US" sz="4400" spc="-1" strike="noStrike">
              <a:solidFill>
                <a:schemeClr val="dk1"/>
              </a:solidFill>
              <a:latin typeface="Calibri Light"/>
            </a:endParaRPr>
          </a:p>
        </p:txBody>
      </p:sp>
      <p:sp>
        <p:nvSpPr>
          <p:cNvPr id="15" name="PlaceHolder 2"/>
          <p:cNvSpPr>
            <a:spLocks noGrp="1"/>
          </p:cNvSpPr>
          <p:nvPr>
            <p:ph type="body"/>
          </p:nvPr>
        </p:nvSpPr>
        <p:spPr>
          <a:xfrm>
            <a:off x="731520" y="1925640"/>
            <a:ext cx="13167000" cy="4772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Click to edit the outline text format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Second Outline Level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Third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Fourth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Fifth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Sixth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Seventh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7" r:id="rId2"/>
  </p:sldLayoutIdLst>
</p:sldMaster>
</file>

<file path=ppt/slideMasters/slideMaster6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Shape 0"/>
          <p:cNvSpPr/>
          <p:nvPr/>
        </p:nvSpPr>
        <p:spPr>
          <a:xfrm>
            <a:off x="0" y="0"/>
            <a:ext cx="14630040" cy="8229240"/>
          </a:xfrm>
          <a:prstGeom prst="rect">
            <a:avLst/>
          </a:prstGeom>
          <a:solidFill>
            <a:srgbClr val="181a1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" name="Shape 1"/>
          <p:cNvSpPr/>
          <p:nvPr/>
        </p:nvSpPr>
        <p:spPr>
          <a:xfrm>
            <a:off x="0" y="0"/>
            <a:ext cx="14630040" cy="8229240"/>
          </a:xfrm>
          <a:prstGeom prst="rect">
            <a:avLst/>
          </a:prstGeom>
          <a:solidFill>
            <a:srgbClr val="11121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731520" y="328320"/>
            <a:ext cx="13167000" cy="1373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chemeClr val="dk1"/>
                </a:solidFill>
                <a:latin typeface="Calibri Light"/>
              </a:rPr>
              <a:t>Click to edit the title text format</a:t>
            </a:r>
            <a:endParaRPr b="0" lang="en-US" sz="4400" spc="-1" strike="noStrike">
              <a:solidFill>
                <a:schemeClr val="dk1"/>
              </a:solidFill>
              <a:latin typeface="Calibri Light"/>
            </a:endParaRPr>
          </a:p>
        </p:txBody>
      </p:sp>
      <p:sp>
        <p:nvSpPr>
          <p:cNvPr id="19" name="PlaceHolder 2"/>
          <p:cNvSpPr>
            <a:spLocks noGrp="1"/>
          </p:cNvSpPr>
          <p:nvPr>
            <p:ph type="body"/>
          </p:nvPr>
        </p:nvSpPr>
        <p:spPr>
          <a:xfrm>
            <a:off x="731520" y="1925640"/>
            <a:ext cx="13167000" cy="4772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Click to edit the outline text format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Second Outline Level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Third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Fourth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Fifth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Sixth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Seventh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9" r:id="rId2"/>
  </p:sldLayoutIdLst>
</p:sldMaster>
</file>

<file path=ppt/slideMasters/slideMaster7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Shape 0"/>
          <p:cNvSpPr/>
          <p:nvPr/>
        </p:nvSpPr>
        <p:spPr>
          <a:xfrm>
            <a:off x="0" y="0"/>
            <a:ext cx="14630040" cy="8229240"/>
          </a:xfrm>
          <a:prstGeom prst="rect">
            <a:avLst/>
          </a:prstGeom>
          <a:solidFill>
            <a:srgbClr val="181a1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" name="Shape 1"/>
          <p:cNvSpPr/>
          <p:nvPr/>
        </p:nvSpPr>
        <p:spPr>
          <a:xfrm>
            <a:off x="0" y="0"/>
            <a:ext cx="14630040" cy="8229240"/>
          </a:xfrm>
          <a:prstGeom prst="rect">
            <a:avLst/>
          </a:prstGeom>
          <a:solidFill>
            <a:srgbClr val="11121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731520" y="328320"/>
            <a:ext cx="13167000" cy="1373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chemeClr val="dk1"/>
                </a:solidFill>
                <a:latin typeface="Calibri Light"/>
              </a:rPr>
              <a:t>Click to edit the title text format</a:t>
            </a:r>
            <a:endParaRPr b="0" lang="en-US" sz="4400" spc="-1" strike="noStrike">
              <a:solidFill>
                <a:schemeClr val="dk1"/>
              </a:solidFill>
              <a:latin typeface="Calibri Light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 type="body"/>
          </p:nvPr>
        </p:nvSpPr>
        <p:spPr>
          <a:xfrm>
            <a:off x="731520" y="1925640"/>
            <a:ext cx="13167000" cy="4772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Click to edit the outline text format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Second Outline Level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Third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Fourth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Fifth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Sixth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Seventh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1" r:id="rId2"/>
  </p:sldLayoutIdLst>
</p:sldMaster>
</file>

<file path=ppt/slideMasters/slideMaster8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Shape 0"/>
          <p:cNvSpPr/>
          <p:nvPr/>
        </p:nvSpPr>
        <p:spPr>
          <a:xfrm>
            <a:off x="0" y="0"/>
            <a:ext cx="14630040" cy="8229240"/>
          </a:xfrm>
          <a:prstGeom prst="rect">
            <a:avLst/>
          </a:prstGeom>
          <a:solidFill>
            <a:srgbClr val="181a1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" name="Shape 1"/>
          <p:cNvSpPr/>
          <p:nvPr/>
        </p:nvSpPr>
        <p:spPr>
          <a:xfrm>
            <a:off x="0" y="0"/>
            <a:ext cx="14630040" cy="8229240"/>
          </a:xfrm>
          <a:prstGeom prst="rect">
            <a:avLst/>
          </a:prstGeom>
          <a:solidFill>
            <a:srgbClr val="11121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731520" y="328320"/>
            <a:ext cx="13167000" cy="1373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chemeClr val="dk1"/>
                </a:solidFill>
                <a:latin typeface="Calibri Light"/>
              </a:rPr>
              <a:t>Click to edit the title text format</a:t>
            </a:r>
            <a:endParaRPr b="0" lang="en-US" sz="4400" spc="-1" strike="noStrike">
              <a:solidFill>
                <a:schemeClr val="dk1"/>
              </a:solidFill>
              <a:latin typeface="Calibri Light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 type="body"/>
          </p:nvPr>
        </p:nvSpPr>
        <p:spPr>
          <a:xfrm>
            <a:off x="731520" y="1925640"/>
            <a:ext cx="13167000" cy="4772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Click to edit the outline text format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Second Outline Level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Third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Fourth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Fifth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Sixth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Seventh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3" r:id="rId2"/>
  </p:sldLayoutIdLst>
</p:sldMaster>
</file>

<file path=ppt/slideMasters/slideMaster9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Shape 0"/>
          <p:cNvSpPr/>
          <p:nvPr/>
        </p:nvSpPr>
        <p:spPr>
          <a:xfrm>
            <a:off x="0" y="0"/>
            <a:ext cx="14630040" cy="8229240"/>
          </a:xfrm>
          <a:prstGeom prst="rect">
            <a:avLst/>
          </a:prstGeom>
          <a:solidFill>
            <a:srgbClr val="181a1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" name="Shape 1"/>
          <p:cNvSpPr/>
          <p:nvPr/>
        </p:nvSpPr>
        <p:spPr>
          <a:xfrm>
            <a:off x="0" y="0"/>
            <a:ext cx="14630040" cy="8229240"/>
          </a:xfrm>
          <a:prstGeom prst="rect">
            <a:avLst/>
          </a:prstGeom>
          <a:solidFill>
            <a:srgbClr val="11121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" name="PlaceHolder 1"/>
          <p:cNvSpPr>
            <a:spLocks noGrp="1"/>
          </p:cNvSpPr>
          <p:nvPr>
            <p:ph type="title"/>
          </p:nvPr>
        </p:nvSpPr>
        <p:spPr>
          <a:xfrm>
            <a:off x="731520" y="328320"/>
            <a:ext cx="13167000" cy="1373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chemeClr val="dk1"/>
                </a:solidFill>
                <a:latin typeface="Calibri Light"/>
              </a:rPr>
              <a:t>Click to edit the title text format</a:t>
            </a:r>
            <a:endParaRPr b="0" lang="en-US" sz="4400" spc="-1" strike="noStrike">
              <a:solidFill>
                <a:schemeClr val="dk1"/>
              </a:solidFill>
              <a:latin typeface="Calibri Light"/>
            </a:endParaRPr>
          </a:p>
        </p:txBody>
      </p:sp>
      <p:sp>
        <p:nvSpPr>
          <p:cNvPr id="31" name="PlaceHolder 2"/>
          <p:cNvSpPr>
            <a:spLocks noGrp="1"/>
          </p:cNvSpPr>
          <p:nvPr>
            <p:ph type="body"/>
          </p:nvPr>
        </p:nvSpPr>
        <p:spPr>
          <a:xfrm>
            <a:off x="731520" y="1925640"/>
            <a:ext cx="13167000" cy="4772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Click to edit the outline text format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Second Outline Level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Third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Fourth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Fifth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Sixth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Seventh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5" r:id="rId2"/>
  </p:sldLayoutIdLst>
</p:sldMaster>
</file>

<file path=ppt/slideMasters/slideMaster10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Shape 0"/>
          <p:cNvSpPr/>
          <p:nvPr/>
        </p:nvSpPr>
        <p:spPr>
          <a:xfrm>
            <a:off x="0" y="0"/>
            <a:ext cx="14630040" cy="8229240"/>
          </a:xfrm>
          <a:prstGeom prst="rect">
            <a:avLst/>
          </a:prstGeom>
          <a:solidFill>
            <a:srgbClr val="181a1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" name="Shape 1"/>
          <p:cNvSpPr/>
          <p:nvPr/>
        </p:nvSpPr>
        <p:spPr>
          <a:xfrm>
            <a:off x="0" y="0"/>
            <a:ext cx="14630040" cy="8229240"/>
          </a:xfrm>
          <a:prstGeom prst="rect">
            <a:avLst/>
          </a:prstGeom>
          <a:solidFill>
            <a:srgbClr val="11121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731520" y="328320"/>
            <a:ext cx="13167000" cy="1373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chemeClr val="dk1"/>
                </a:solidFill>
                <a:latin typeface="Calibri Light"/>
              </a:rPr>
              <a:t>Click to edit the title text format</a:t>
            </a:r>
            <a:endParaRPr b="0" lang="en-US" sz="4400" spc="-1" strike="noStrike">
              <a:solidFill>
                <a:schemeClr val="dk1"/>
              </a:solidFill>
              <a:latin typeface="Calibri Light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 type="body"/>
          </p:nvPr>
        </p:nvSpPr>
        <p:spPr>
          <a:xfrm>
            <a:off x="731520" y="1925640"/>
            <a:ext cx="13167000" cy="4772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Click to edit the outline text format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Second Outline Level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Third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Fourth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Fifth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Sixth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Seventh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7" r:id="rId2"/>
  </p:sldLayoutIdLst>
</p:sldMaster>
</file>

<file path=ppt/slideMasters/slideMaster1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Shape 0"/>
          <p:cNvSpPr/>
          <p:nvPr/>
        </p:nvSpPr>
        <p:spPr>
          <a:xfrm>
            <a:off x="0" y="0"/>
            <a:ext cx="14630040" cy="8229240"/>
          </a:xfrm>
          <a:prstGeom prst="rect">
            <a:avLst/>
          </a:prstGeom>
          <a:solidFill>
            <a:srgbClr val="181a1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7" name="Shape 1"/>
          <p:cNvSpPr/>
          <p:nvPr/>
        </p:nvSpPr>
        <p:spPr>
          <a:xfrm>
            <a:off x="0" y="0"/>
            <a:ext cx="14630040" cy="8229240"/>
          </a:xfrm>
          <a:prstGeom prst="rect">
            <a:avLst/>
          </a:prstGeom>
          <a:solidFill>
            <a:srgbClr val="11121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8" name="PlaceHolder 1"/>
          <p:cNvSpPr>
            <a:spLocks noGrp="1"/>
          </p:cNvSpPr>
          <p:nvPr>
            <p:ph type="title"/>
          </p:nvPr>
        </p:nvSpPr>
        <p:spPr>
          <a:xfrm>
            <a:off x="731520" y="328320"/>
            <a:ext cx="13167000" cy="1373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chemeClr val="dk1"/>
                </a:solidFill>
                <a:latin typeface="Calibri Light"/>
              </a:rPr>
              <a:t>Click to edit the title text format</a:t>
            </a:r>
            <a:endParaRPr b="0" lang="en-US" sz="4400" spc="-1" strike="noStrike">
              <a:solidFill>
                <a:schemeClr val="dk1"/>
              </a:solidFill>
              <a:latin typeface="Calibri Light"/>
            </a:endParaRPr>
          </a:p>
        </p:txBody>
      </p:sp>
      <p:sp>
        <p:nvSpPr>
          <p:cNvPr id="39" name="PlaceHolder 2"/>
          <p:cNvSpPr>
            <a:spLocks noGrp="1"/>
          </p:cNvSpPr>
          <p:nvPr>
            <p:ph type="body"/>
          </p:nvPr>
        </p:nvSpPr>
        <p:spPr>
          <a:xfrm>
            <a:off x="731520" y="1925640"/>
            <a:ext cx="13167000" cy="4772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Click to edit the outline text format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Second Outline Level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Third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Fourth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Fifth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Sixth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Seventh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9" r:id="rId2"/>
  </p:sldLayoutIdLst>
</p:sldMaster>
</file>

<file path=ppt/slideMasters/slideMaster1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Shape 0"/>
          <p:cNvSpPr/>
          <p:nvPr/>
        </p:nvSpPr>
        <p:spPr>
          <a:xfrm>
            <a:off x="0" y="0"/>
            <a:ext cx="14630040" cy="8229240"/>
          </a:xfrm>
          <a:prstGeom prst="rect">
            <a:avLst/>
          </a:prstGeom>
          <a:solidFill>
            <a:srgbClr val="181a1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1" name="Shape 1"/>
          <p:cNvSpPr/>
          <p:nvPr/>
        </p:nvSpPr>
        <p:spPr>
          <a:xfrm>
            <a:off x="0" y="0"/>
            <a:ext cx="14630040" cy="8229240"/>
          </a:xfrm>
          <a:prstGeom prst="rect">
            <a:avLst/>
          </a:prstGeom>
          <a:solidFill>
            <a:srgbClr val="11121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2" name="PlaceHolder 1"/>
          <p:cNvSpPr>
            <a:spLocks noGrp="1"/>
          </p:cNvSpPr>
          <p:nvPr>
            <p:ph type="title"/>
          </p:nvPr>
        </p:nvSpPr>
        <p:spPr>
          <a:xfrm>
            <a:off x="731520" y="328320"/>
            <a:ext cx="13167000" cy="1373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chemeClr val="dk1"/>
                </a:solidFill>
                <a:latin typeface="Calibri Light"/>
              </a:rPr>
              <a:t>Click to edit the title text format</a:t>
            </a:r>
            <a:endParaRPr b="0" lang="en-US" sz="4400" spc="-1" strike="noStrike">
              <a:solidFill>
                <a:schemeClr val="dk1"/>
              </a:solidFill>
              <a:latin typeface="Calibri Light"/>
            </a:endParaRPr>
          </a:p>
        </p:txBody>
      </p:sp>
      <p:sp>
        <p:nvSpPr>
          <p:cNvPr id="43" name="PlaceHolder 2"/>
          <p:cNvSpPr>
            <a:spLocks noGrp="1"/>
          </p:cNvSpPr>
          <p:nvPr>
            <p:ph type="body"/>
          </p:nvPr>
        </p:nvSpPr>
        <p:spPr>
          <a:xfrm>
            <a:off x="731520" y="1925640"/>
            <a:ext cx="13167000" cy="4772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Click to edit the outline text format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Second Outline Level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Third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Fourth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Fifth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Sixth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Seventh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71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6.xml"/><Relationship Id="rId3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image" Target="../media/image4.svg"/><Relationship Id="rId3" Type="http://schemas.openxmlformats.org/officeDocument/2006/relationships/image" Target="../media/image5.png"/><Relationship Id="rId4" Type="http://schemas.openxmlformats.org/officeDocument/2006/relationships/image" Target="../media/image6.svg"/><Relationship Id="rId5" Type="http://schemas.openxmlformats.org/officeDocument/2006/relationships/image" Target="../media/image7.png"/><Relationship Id="rId6" Type="http://schemas.openxmlformats.org/officeDocument/2006/relationships/image" Target="../media/image8.svg"/><Relationship Id="rId7" Type="http://schemas.openxmlformats.org/officeDocument/2006/relationships/image" Target="../media/image9.png"/><Relationship Id="rId8" Type="http://schemas.openxmlformats.org/officeDocument/2006/relationships/image" Target="../media/image10.svg"/><Relationship Id="rId9" Type="http://schemas.openxmlformats.org/officeDocument/2006/relationships/slideLayout" Target="../slideLayouts/slideLayout8.xml"/><Relationship Id="rId10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11.png"/><Relationship Id="rId2" Type="http://schemas.openxmlformats.org/officeDocument/2006/relationships/image" Target="../media/image12.png"/><Relationship Id="rId3" Type="http://schemas.openxmlformats.org/officeDocument/2006/relationships/image" Target="../media/image13.png"/><Relationship Id="rId4" Type="http://schemas.openxmlformats.org/officeDocument/2006/relationships/image" Target="../media/image14.png"/><Relationship Id="rId5" Type="http://schemas.openxmlformats.org/officeDocument/2006/relationships/slideLayout" Target="../slideLayouts/slideLayout9.xml"/><Relationship Id="rId6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15.png"/><Relationship Id="rId2" Type="http://schemas.openxmlformats.org/officeDocument/2006/relationships/image" Target="../media/image16.png"/><Relationship Id="rId3" Type="http://schemas.openxmlformats.org/officeDocument/2006/relationships/image" Target="../media/image17.svg"/><Relationship Id="rId4" Type="http://schemas.openxmlformats.org/officeDocument/2006/relationships/image" Target="../media/image18.png"/><Relationship Id="rId5" Type="http://schemas.openxmlformats.org/officeDocument/2006/relationships/image" Target="../media/image19.svg"/><Relationship Id="rId6" Type="http://schemas.openxmlformats.org/officeDocument/2006/relationships/image" Target="../media/image20.png"/><Relationship Id="rId7" Type="http://schemas.openxmlformats.org/officeDocument/2006/relationships/image" Target="../media/image21.svg"/><Relationship Id="rId8" Type="http://schemas.openxmlformats.org/officeDocument/2006/relationships/image" Target="../media/image22.png"/><Relationship Id="rId9" Type="http://schemas.openxmlformats.org/officeDocument/2006/relationships/image" Target="../media/image23.svg"/><Relationship Id="rId10" Type="http://schemas.openxmlformats.org/officeDocument/2006/relationships/slideLayout" Target="../slideLayouts/slideLayout11.xml"/><Relationship Id="rId11" Type="http://schemas.openxmlformats.org/officeDocument/2006/relationships/notesSlide" Target="../notesSlides/notesSlide7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24.png"/><Relationship Id="rId2" Type="http://schemas.openxmlformats.org/officeDocument/2006/relationships/image" Target="../media/image25.svg"/><Relationship Id="rId3" Type="http://schemas.openxmlformats.org/officeDocument/2006/relationships/image" Target="../media/image26.png"/><Relationship Id="rId4" Type="http://schemas.openxmlformats.org/officeDocument/2006/relationships/image" Target="../media/image27.svg"/><Relationship Id="rId5" Type="http://schemas.openxmlformats.org/officeDocument/2006/relationships/image" Target="../media/image28.png"/><Relationship Id="rId6" Type="http://schemas.openxmlformats.org/officeDocument/2006/relationships/image" Target="../media/image29.svg"/><Relationship Id="rId7" Type="http://schemas.openxmlformats.org/officeDocument/2006/relationships/image" Target="../media/image30.png"/><Relationship Id="rId8" Type="http://schemas.openxmlformats.org/officeDocument/2006/relationships/image" Target="../media/image31.svg"/><Relationship Id="rId9" Type="http://schemas.openxmlformats.org/officeDocument/2006/relationships/image" Target="../media/image32.png"/><Relationship Id="rId10" Type="http://schemas.openxmlformats.org/officeDocument/2006/relationships/slideLayout" Target="../slideLayouts/slideLayout12.xml"/><Relationship Id="rId11" Type="http://schemas.openxmlformats.org/officeDocument/2006/relationships/notesSlide" Target="../notesSlides/notesSlide8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image" Target="../media/image33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0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image" Target="../media/image34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image" Target="../media/image35.png"/><Relationship Id="rId2" Type="http://schemas.openxmlformats.org/officeDocument/2006/relationships/slideLayout" Target="../slideLayouts/slideLayout4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0" name="Image 0" descr="preencoded.png"/>
          <p:cNvPicPr/>
          <p:nvPr/>
        </p:nvPicPr>
        <p:blipFill>
          <a:blip r:embed="rId1"/>
          <a:stretch/>
        </p:blipFill>
        <p:spPr>
          <a:xfrm>
            <a:off x="0" y="0"/>
            <a:ext cx="5486040" cy="8229240"/>
          </a:xfrm>
          <a:prstGeom prst="rect">
            <a:avLst/>
          </a:prstGeom>
          <a:ln w="0">
            <a:noFill/>
          </a:ln>
        </p:spPr>
      </p:pic>
      <p:sp>
        <p:nvSpPr>
          <p:cNvPr id="51" name="Text 0"/>
          <p:cNvSpPr/>
          <p:nvPr/>
        </p:nvSpPr>
        <p:spPr>
          <a:xfrm>
            <a:off x="6350040" y="2870640"/>
            <a:ext cx="7416000" cy="184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ts val="4799"/>
              </a:lnSpc>
              <a:tabLst>
                <a:tab algn="l" pos="0"/>
              </a:tabLst>
            </a:pPr>
            <a:r>
              <a:rPr b="1" lang="en-US" sz="3850" spc="-1" strike="noStrike">
                <a:solidFill>
                  <a:srgbClr val="ffffff"/>
                </a:solidFill>
                <a:latin typeface="Montserrat Bold"/>
                <a:ea typeface="Montserrat Bold"/>
              </a:rPr>
              <a:t>İnsan Resurslarının İdarə Edilməsi və Süni İntellekt İnnovasiyası</a:t>
            </a:r>
            <a:endParaRPr b="0" lang="en-US" sz="3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" name="Text 1"/>
          <p:cNvSpPr/>
          <p:nvPr/>
        </p:nvSpPr>
        <p:spPr>
          <a:xfrm>
            <a:off x="6350040" y="5034960"/>
            <a:ext cx="7416000" cy="32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noAutofit/>
          </a:bodyPr>
          <a:p>
            <a:pPr>
              <a:lnSpc>
                <a:spcPts val="2551"/>
              </a:lnSpc>
              <a:tabLst>
                <a:tab algn="l" pos="0"/>
              </a:tabLst>
            </a:pPr>
            <a:r>
              <a:rPr b="0" lang="en-US" sz="1700" spc="-1" strike="noStrike">
                <a:solidFill>
                  <a:srgbClr val="e2e6e9"/>
                </a:solidFill>
                <a:latin typeface="Source Sans 3"/>
                <a:ea typeface="Source Sans 3"/>
              </a:rPr>
              <a:t>10-cu Sessiya · İnsan Resursları və Süni İntellekt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3" name="Image 0" descr="preencoded.png"/>
          <p:cNvPicPr/>
          <p:nvPr/>
        </p:nvPicPr>
        <p:blipFill>
          <a:blip r:embed="rId1"/>
          <a:stretch/>
        </p:blipFill>
        <p:spPr>
          <a:xfrm>
            <a:off x="0" y="0"/>
            <a:ext cx="5486040" cy="8229240"/>
          </a:xfrm>
          <a:prstGeom prst="rect">
            <a:avLst/>
          </a:prstGeom>
          <a:ln w="0">
            <a:noFill/>
          </a:ln>
        </p:spPr>
      </p:pic>
      <p:sp>
        <p:nvSpPr>
          <p:cNvPr id="54" name="Text 0"/>
          <p:cNvSpPr/>
          <p:nvPr/>
        </p:nvSpPr>
        <p:spPr>
          <a:xfrm>
            <a:off x="6350040" y="759960"/>
            <a:ext cx="4908240" cy="61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noAutofit/>
          </a:bodyPr>
          <a:p>
            <a:pPr>
              <a:lnSpc>
                <a:spcPts val="4799"/>
              </a:lnSpc>
              <a:tabLst>
                <a:tab algn="l" pos="0"/>
              </a:tabLst>
            </a:pPr>
            <a:r>
              <a:rPr b="1" lang="en-US" sz="3850" spc="-1" strike="noStrike">
                <a:solidFill>
                  <a:srgbClr val="ffffff"/>
                </a:solidFill>
                <a:latin typeface="Montserrat Bold"/>
                <a:ea typeface="Montserrat Bold"/>
              </a:rPr>
              <a:t>Dərsin Məqsədləri</a:t>
            </a:r>
            <a:endParaRPr b="0" lang="en-US" sz="3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" name="Text 1"/>
          <p:cNvSpPr/>
          <p:nvPr/>
        </p:nvSpPr>
        <p:spPr>
          <a:xfrm>
            <a:off x="6350040" y="1697400"/>
            <a:ext cx="7416000" cy="64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ts val="2551"/>
              </a:lnSpc>
              <a:tabLst>
                <a:tab algn="l" pos="0"/>
              </a:tabLst>
            </a:pPr>
            <a:r>
              <a:rPr b="0" lang="en-US" sz="1700" spc="-1" strike="noStrike">
                <a:solidFill>
                  <a:srgbClr val="e2e6e9"/>
                </a:solidFill>
                <a:latin typeface="Source Sans 3"/>
                <a:ea typeface="Source Sans 3"/>
              </a:rPr>
              <a:t>Bu gün süni intellektin insanların iş tərzini — işə qəbuldan işçi saxlamağa qədər — necə kökündən dəyişdirdiyini birlikdə araşdıracağıq.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" name="Shape 2"/>
          <p:cNvSpPr/>
          <p:nvPr/>
        </p:nvSpPr>
        <p:spPr>
          <a:xfrm>
            <a:off x="6350040" y="2588400"/>
            <a:ext cx="7416000" cy="1576440"/>
          </a:xfrm>
          <a:prstGeom prst="roundRect">
            <a:avLst>
              <a:gd name="adj" fmla="val 2054"/>
            </a:avLst>
          </a:prstGeom>
          <a:solidFill>
            <a:srgbClr val="111213"/>
          </a:solidFill>
          <a:ln w="30480">
            <a:solidFill>
              <a:srgbClr val="494a4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7" name="Shape 3"/>
          <p:cNvSpPr/>
          <p:nvPr/>
        </p:nvSpPr>
        <p:spPr>
          <a:xfrm>
            <a:off x="6380640" y="2618640"/>
            <a:ext cx="863280" cy="1515600"/>
          </a:xfrm>
          <a:prstGeom prst="rect">
            <a:avLst/>
          </a:prstGeom>
          <a:solidFill>
            <a:srgbClr val="30313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8" name="Text 4"/>
          <p:cNvSpPr/>
          <p:nvPr/>
        </p:nvSpPr>
        <p:spPr>
          <a:xfrm>
            <a:off x="6650640" y="3174120"/>
            <a:ext cx="323640" cy="40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noAutofit/>
          </a:bodyPr>
          <a:p>
            <a:pPr>
              <a:lnSpc>
                <a:spcPts val="2551"/>
              </a:lnSpc>
              <a:tabLst>
                <a:tab algn="l" pos="0"/>
              </a:tabLst>
            </a:pPr>
            <a:r>
              <a:rPr b="1" lang="en-US" sz="2550" spc="-1" strike="noStrike">
                <a:solidFill>
                  <a:srgbClr val="e2e6e9"/>
                </a:solidFill>
                <a:latin typeface="Montserrat Bold"/>
                <a:ea typeface="Montserrat Bold"/>
              </a:rPr>
              <a:t>1</a:t>
            </a:r>
            <a:endParaRPr b="0" lang="en-US" sz="25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" name="Text 5"/>
          <p:cNvSpPr/>
          <p:nvPr/>
        </p:nvSpPr>
        <p:spPr>
          <a:xfrm>
            <a:off x="7460280" y="2834640"/>
            <a:ext cx="4179240" cy="30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noAutofit/>
          </a:bodyPr>
          <a:p>
            <a:pPr>
              <a:lnSpc>
                <a:spcPts val="2401"/>
              </a:lnSpc>
              <a:tabLst>
                <a:tab algn="l" pos="0"/>
              </a:tabLst>
            </a:pPr>
            <a:r>
              <a:rPr b="1" lang="en-US" sz="1900" spc="-1" strike="noStrike">
                <a:solidFill>
                  <a:srgbClr val="e2e6e9"/>
                </a:solidFill>
                <a:latin typeface="Montserrat Bold"/>
                <a:ea typeface="Montserrat Bold"/>
              </a:rPr>
              <a:t>Süni İntellektin Rolunu Anlamaq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" name="Text 6"/>
          <p:cNvSpPr/>
          <p:nvPr/>
        </p:nvSpPr>
        <p:spPr>
          <a:xfrm>
            <a:off x="7460280" y="3270960"/>
            <a:ext cx="6059520" cy="64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ts val="2551"/>
              </a:lnSpc>
              <a:tabLst>
                <a:tab algn="l" pos="0"/>
              </a:tabLst>
            </a:pPr>
            <a:r>
              <a:rPr b="0" lang="en-US" sz="1700" spc="-1" strike="noStrike">
                <a:solidFill>
                  <a:srgbClr val="e2e6e9"/>
                </a:solidFill>
                <a:latin typeface="Source Sans 3"/>
                <a:ea typeface="Source Sans 3"/>
              </a:rPr>
              <a:t>HR proseslərini avtomatlaşdıran və daha dəqiq edən SI alətlərini kəşf etmək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" name="Shape 7"/>
          <p:cNvSpPr/>
          <p:nvPr/>
        </p:nvSpPr>
        <p:spPr>
          <a:xfrm>
            <a:off x="6350040" y="4381200"/>
            <a:ext cx="7416000" cy="1295280"/>
          </a:xfrm>
          <a:prstGeom prst="roundRect">
            <a:avLst>
              <a:gd name="adj" fmla="val 2500"/>
            </a:avLst>
          </a:prstGeom>
          <a:solidFill>
            <a:srgbClr val="111213"/>
          </a:solidFill>
          <a:ln w="30480">
            <a:solidFill>
              <a:srgbClr val="494a4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2" name="Shape 8"/>
          <p:cNvSpPr/>
          <p:nvPr/>
        </p:nvSpPr>
        <p:spPr>
          <a:xfrm>
            <a:off x="6380640" y="4411440"/>
            <a:ext cx="863280" cy="1234440"/>
          </a:xfrm>
          <a:prstGeom prst="rect">
            <a:avLst/>
          </a:prstGeom>
          <a:solidFill>
            <a:srgbClr val="30313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3" name="Text 9"/>
          <p:cNvSpPr/>
          <p:nvPr/>
        </p:nvSpPr>
        <p:spPr>
          <a:xfrm>
            <a:off x="6650640" y="4826520"/>
            <a:ext cx="323640" cy="40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noAutofit/>
          </a:bodyPr>
          <a:p>
            <a:pPr>
              <a:lnSpc>
                <a:spcPts val="2551"/>
              </a:lnSpc>
              <a:tabLst>
                <a:tab algn="l" pos="0"/>
              </a:tabLst>
            </a:pPr>
            <a:r>
              <a:rPr b="1" lang="en-US" sz="2550" spc="-1" strike="noStrike">
                <a:solidFill>
                  <a:srgbClr val="e2e6e9"/>
                </a:solidFill>
                <a:latin typeface="Montserrat Bold"/>
                <a:ea typeface="Montserrat Bold"/>
              </a:rPr>
              <a:t>2</a:t>
            </a:r>
            <a:endParaRPr b="0" lang="en-US" sz="25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" name="Text 10"/>
          <p:cNvSpPr/>
          <p:nvPr/>
        </p:nvSpPr>
        <p:spPr>
          <a:xfrm>
            <a:off x="7460280" y="4627440"/>
            <a:ext cx="3588840" cy="30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noAutofit/>
          </a:bodyPr>
          <a:p>
            <a:pPr>
              <a:lnSpc>
                <a:spcPts val="2401"/>
              </a:lnSpc>
              <a:tabLst>
                <a:tab algn="l" pos="0"/>
              </a:tabLst>
            </a:pPr>
            <a:r>
              <a:rPr b="1" lang="en-US" sz="1900" spc="-1" strike="noStrike">
                <a:solidFill>
                  <a:srgbClr val="e2e6e9"/>
                </a:solidFill>
                <a:latin typeface="Montserrat Bold"/>
                <a:ea typeface="Montserrat Bold"/>
              </a:rPr>
              <a:t>Tətbiq Sahələrini Öyrənmək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" name="Text 11"/>
          <p:cNvSpPr/>
          <p:nvPr/>
        </p:nvSpPr>
        <p:spPr>
          <a:xfrm>
            <a:off x="7460280" y="5063760"/>
            <a:ext cx="6059520" cy="32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noAutofit/>
          </a:bodyPr>
          <a:p>
            <a:pPr>
              <a:lnSpc>
                <a:spcPts val="2551"/>
              </a:lnSpc>
              <a:tabLst>
                <a:tab algn="l" pos="0"/>
              </a:tabLst>
            </a:pPr>
            <a:r>
              <a:rPr b="0" lang="en-US" sz="1700" spc="-1" strike="noStrike">
                <a:solidFill>
                  <a:srgbClr val="e2e6e9"/>
                </a:solidFill>
                <a:latin typeface="Source Sans 3"/>
                <a:ea typeface="Source Sans 3"/>
              </a:rPr>
              <a:t>İşə qəbuldan performans idarəsinə qədər real dünya nümunələri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" name="Shape 12"/>
          <p:cNvSpPr/>
          <p:nvPr/>
        </p:nvSpPr>
        <p:spPr>
          <a:xfrm>
            <a:off x="6350040" y="5892480"/>
            <a:ext cx="7416000" cy="1576440"/>
          </a:xfrm>
          <a:prstGeom prst="roundRect">
            <a:avLst>
              <a:gd name="adj" fmla="val 2054"/>
            </a:avLst>
          </a:prstGeom>
          <a:solidFill>
            <a:srgbClr val="111213"/>
          </a:solidFill>
          <a:ln w="30480">
            <a:solidFill>
              <a:srgbClr val="494a4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7" name="Shape 13"/>
          <p:cNvSpPr/>
          <p:nvPr/>
        </p:nvSpPr>
        <p:spPr>
          <a:xfrm>
            <a:off x="6380640" y="5923080"/>
            <a:ext cx="863280" cy="1515600"/>
          </a:xfrm>
          <a:prstGeom prst="rect">
            <a:avLst/>
          </a:prstGeom>
          <a:solidFill>
            <a:srgbClr val="30313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8" name="Text 14"/>
          <p:cNvSpPr/>
          <p:nvPr/>
        </p:nvSpPr>
        <p:spPr>
          <a:xfrm>
            <a:off x="6650640" y="6478560"/>
            <a:ext cx="323640" cy="40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noAutofit/>
          </a:bodyPr>
          <a:p>
            <a:pPr>
              <a:lnSpc>
                <a:spcPts val="2551"/>
              </a:lnSpc>
              <a:tabLst>
                <a:tab algn="l" pos="0"/>
              </a:tabLst>
            </a:pPr>
            <a:r>
              <a:rPr b="1" lang="en-US" sz="2550" spc="-1" strike="noStrike">
                <a:solidFill>
                  <a:srgbClr val="e2e6e9"/>
                </a:solidFill>
                <a:latin typeface="Montserrat Bold"/>
                <a:ea typeface="Montserrat Bold"/>
              </a:rPr>
              <a:t>3</a:t>
            </a:r>
            <a:endParaRPr b="0" lang="en-US" sz="25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" name="Text 15"/>
          <p:cNvSpPr/>
          <p:nvPr/>
        </p:nvSpPr>
        <p:spPr>
          <a:xfrm>
            <a:off x="7460280" y="6139080"/>
            <a:ext cx="2453760" cy="30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noAutofit/>
          </a:bodyPr>
          <a:p>
            <a:pPr>
              <a:lnSpc>
                <a:spcPts val="2401"/>
              </a:lnSpc>
              <a:tabLst>
                <a:tab algn="l" pos="0"/>
              </a:tabLst>
            </a:pPr>
            <a:r>
              <a:rPr b="1" lang="en-US" sz="1900" spc="-1" strike="noStrike">
                <a:solidFill>
                  <a:srgbClr val="e2e6e9"/>
                </a:solidFill>
                <a:latin typeface="Montserrat Bold"/>
                <a:ea typeface="Montserrat Bold"/>
              </a:rPr>
              <a:t>Etik Məsuliyyət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" name="Text 16"/>
          <p:cNvSpPr/>
          <p:nvPr/>
        </p:nvSpPr>
        <p:spPr>
          <a:xfrm>
            <a:off x="7460280" y="6575400"/>
            <a:ext cx="6059520" cy="64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ts val="2551"/>
              </a:lnSpc>
              <a:tabLst>
                <a:tab algn="l" pos="0"/>
              </a:tabLst>
            </a:pPr>
            <a:r>
              <a:rPr b="0" lang="en-US" sz="1700" spc="-1" strike="noStrike">
                <a:solidFill>
                  <a:srgbClr val="e2e6e9"/>
                </a:solidFill>
                <a:latin typeface="Source Sans 3"/>
                <a:ea typeface="Source Sans 3"/>
              </a:rPr>
              <a:t>Süni intellektin HR-da məsuliyyətlə və şəffaf şəkildə tətbiq edilməsi yolları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Text 0"/>
          <p:cNvSpPr/>
          <p:nvPr/>
        </p:nvSpPr>
        <p:spPr>
          <a:xfrm>
            <a:off x="947520" y="1140840"/>
            <a:ext cx="10820520" cy="504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noAutofit/>
          </a:bodyPr>
          <a:p>
            <a:pPr>
              <a:lnSpc>
                <a:spcPts val="3949"/>
              </a:lnSpc>
              <a:tabLst>
                <a:tab algn="l" pos="0"/>
              </a:tabLst>
            </a:pPr>
            <a:r>
              <a:rPr b="1" lang="en-US" sz="3150" spc="-1" strike="noStrike">
                <a:solidFill>
                  <a:srgbClr val="ffffff"/>
                </a:solidFill>
                <a:latin typeface="Montserrat Bold"/>
                <a:ea typeface="Montserrat Bold"/>
              </a:rPr>
              <a:t>İnsan Resursları — Süni İntellekt Üçün Strateji Sahə</a:t>
            </a:r>
            <a:endParaRPr b="0" lang="en-US" sz="3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" name="Text 1"/>
          <p:cNvSpPr/>
          <p:nvPr/>
        </p:nvSpPr>
        <p:spPr>
          <a:xfrm>
            <a:off x="947520" y="1995840"/>
            <a:ext cx="6809040" cy="72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ts val="1899"/>
              </a:lnSpc>
              <a:tabLst>
                <a:tab algn="l" pos="0"/>
              </a:tabLst>
            </a:pPr>
            <a:r>
              <a:rPr b="0" lang="en-US" sz="1350" spc="-1" strike="noStrike">
                <a:solidFill>
                  <a:srgbClr val="e2e6e9"/>
                </a:solidFill>
                <a:latin typeface="Source Sans 3"/>
                <a:ea typeface="Source Sans 3"/>
              </a:rPr>
              <a:t>İnsanlar hər bir təşkilatın ən dəyərli aktividir. HR departamentinin qərarları yalnız işə qəbulu deyil, həm də şirkətin </a:t>
            </a:r>
            <a:r>
              <a:rPr b="1" lang="en-US" sz="1350" spc="-1" strike="noStrike">
                <a:solidFill>
                  <a:srgbClr val="e2e6e9"/>
                </a:solidFill>
                <a:latin typeface="Source Sans 3"/>
                <a:ea typeface="Source Sans 3"/>
              </a:rPr>
              <a:t>məhsuldarlığını, korporativ mədəniyyətini və bazardakı nüfuzunu</a:t>
            </a:r>
            <a:r>
              <a:rPr b="0" lang="en-US" sz="1350" spc="-1" strike="noStrike">
                <a:solidFill>
                  <a:srgbClr val="e2e6e9"/>
                </a:solidFill>
                <a:latin typeface="Source Sans 3"/>
                <a:ea typeface="Source Sans 3"/>
              </a:rPr>
              <a:t> birbaşa formalaşdırır.</a:t>
            </a:r>
            <a:endParaRPr b="0" lang="en-US" sz="13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" name="Text 2"/>
          <p:cNvSpPr/>
          <p:nvPr/>
        </p:nvSpPr>
        <p:spPr>
          <a:xfrm>
            <a:off x="947520" y="2855520"/>
            <a:ext cx="6809040" cy="48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ts val="1899"/>
              </a:lnSpc>
              <a:tabLst>
                <a:tab algn="l" pos="0"/>
              </a:tabLst>
            </a:pPr>
            <a:r>
              <a:rPr b="0" lang="en-US" sz="1350" spc="-1" strike="noStrike">
                <a:solidFill>
                  <a:srgbClr val="e2e6e9"/>
                </a:solidFill>
                <a:latin typeface="Source Sans 3"/>
                <a:ea typeface="Source Sans 3"/>
              </a:rPr>
              <a:t>Süni intellekt HR mütəxəssislərinə böyük həcmli məlumatları sürətlə emal etmək, daha dəqiq qərarlar qəbul etmək və strateji işlərə daha çox vaxt ayırmaq imkanı verir.</a:t>
            </a:r>
            <a:endParaRPr b="0" lang="en-US" sz="13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" name="Shape 3"/>
          <p:cNvSpPr/>
          <p:nvPr/>
        </p:nvSpPr>
        <p:spPr>
          <a:xfrm>
            <a:off x="947520" y="3505320"/>
            <a:ext cx="6809040" cy="1041840"/>
          </a:xfrm>
          <a:prstGeom prst="roundRect">
            <a:avLst>
              <a:gd name="adj" fmla="val 10528"/>
            </a:avLst>
          </a:prstGeom>
          <a:solidFill>
            <a:srgbClr val="111213"/>
          </a:solidFill>
          <a:ln w="22860">
            <a:solidFill>
              <a:srgbClr val="494a4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5" name="Shape 4"/>
          <p:cNvSpPr/>
          <p:nvPr/>
        </p:nvSpPr>
        <p:spPr>
          <a:xfrm>
            <a:off x="924480" y="3505320"/>
            <a:ext cx="91080" cy="1041840"/>
          </a:xfrm>
          <a:prstGeom prst="roundRect">
            <a:avLst>
              <a:gd name="adj" fmla="val 29142"/>
            </a:avLst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" name="Text 5"/>
          <p:cNvSpPr/>
          <p:nvPr/>
        </p:nvSpPr>
        <p:spPr>
          <a:xfrm>
            <a:off x="1216440" y="3705840"/>
            <a:ext cx="2018520" cy="252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noAutofit/>
          </a:bodyPr>
          <a:p>
            <a:pPr>
              <a:lnSpc>
                <a:spcPts val="1950"/>
              </a:lnSpc>
              <a:tabLst>
                <a:tab algn="l" pos="0"/>
              </a:tabLst>
            </a:pPr>
            <a:r>
              <a:rPr b="1" lang="en-US" sz="1550" spc="-1" strike="noStrike">
                <a:solidFill>
                  <a:srgbClr val="e2e6e9"/>
                </a:solidFill>
                <a:latin typeface="Montserrat Bold"/>
                <a:ea typeface="Montserrat Bold"/>
              </a:rPr>
              <a:t>Dəqiqlik</a:t>
            </a:r>
            <a:endParaRPr b="0" lang="en-US" sz="15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" name="Text 6"/>
          <p:cNvSpPr/>
          <p:nvPr/>
        </p:nvSpPr>
        <p:spPr>
          <a:xfrm>
            <a:off x="1216440" y="4104360"/>
            <a:ext cx="633960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noAutofit/>
          </a:bodyPr>
          <a:p>
            <a:pPr>
              <a:lnSpc>
                <a:spcPts val="1899"/>
              </a:lnSpc>
              <a:tabLst>
                <a:tab algn="l" pos="0"/>
              </a:tabLst>
            </a:pPr>
            <a:r>
              <a:rPr b="0" lang="en-US" sz="1350" spc="-1" strike="noStrike">
                <a:solidFill>
                  <a:srgbClr val="e2e6e9"/>
                </a:solidFill>
                <a:latin typeface="Source Sans 3"/>
                <a:ea typeface="Source Sans 3"/>
              </a:rPr>
              <a:t>Məlumat əsaslı qərarlar insan xətasını azaldır</a:t>
            </a:r>
            <a:endParaRPr b="0" lang="en-US" sz="13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" name="Shape 7"/>
          <p:cNvSpPr/>
          <p:nvPr/>
        </p:nvSpPr>
        <p:spPr>
          <a:xfrm>
            <a:off x="947520" y="4693680"/>
            <a:ext cx="6809040" cy="1041840"/>
          </a:xfrm>
          <a:prstGeom prst="roundRect">
            <a:avLst>
              <a:gd name="adj" fmla="val 10528"/>
            </a:avLst>
          </a:prstGeom>
          <a:solidFill>
            <a:srgbClr val="111213"/>
          </a:solidFill>
          <a:ln w="22860">
            <a:solidFill>
              <a:srgbClr val="494a4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9" name="Shape 8"/>
          <p:cNvSpPr/>
          <p:nvPr/>
        </p:nvSpPr>
        <p:spPr>
          <a:xfrm>
            <a:off x="924480" y="4693680"/>
            <a:ext cx="91080" cy="1041840"/>
          </a:xfrm>
          <a:prstGeom prst="roundRect">
            <a:avLst>
              <a:gd name="adj" fmla="val 29142"/>
            </a:avLst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" name="Text 9"/>
          <p:cNvSpPr/>
          <p:nvPr/>
        </p:nvSpPr>
        <p:spPr>
          <a:xfrm>
            <a:off x="1216440" y="4894200"/>
            <a:ext cx="2018520" cy="252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noAutofit/>
          </a:bodyPr>
          <a:p>
            <a:pPr>
              <a:lnSpc>
                <a:spcPts val="1950"/>
              </a:lnSpc>
              <a:tabLst>
                <a:tab algn="l" pos="0"/>
              </a:tabLst>
            </a:pPr>
            <a:r>
              <a:rPr b="1" lang="en-US" sz="1550" spc="-1" strike="noStrike">
                <a:solidFill>
                  <a:srgbClr val="e2e6e9"/>
                </a:solidFill>
                <a:latin typeface="Montserrat Bold"/>
                <a:ea typeface="Montserrat Bold"/>
              </a:rPr>
              <a:t>Sürət</a:t>
            </a:r>
            <a:endParaRPr b="0" lang="en-US" sz="15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" name="Text 10"/>
          <p:cNvSpPr/>
          <p:nvPr/>
        </p:nvSpPr>
        <p:spPr>
          <a:xfrm>
            <a:off x="1216440" y="5292720"/>
            <a:ext cx="633960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noAutofit/>
          </a:bodyPr>
          <a:p>
            <a:pPr>
              <a:lnSpc>
                <a:spcPts val="1899"/>
              </a:lnSpc>
              <a:tabLst>
                <a:tab algn="l" pos="0"/>
              </a:tabLst>
            </a:pPr>
            <a:r>
              <a:rPr b="0" lang="en-US" sz="1350" spc="-1" strike="noStrike">
                <a:solidFill>
                  <a:srgbClr val="e2e6e9"/>
                </a:solidFill>
                <a:latin typeface="Source Sans 3"/>
                <a:ea typeface="Source Sans 3"/>
              </a:rPr>
              <a:t>Avtomatlaşdırma proses müddətlərini əhəmiyyətli dərəcədə qısaldır</a:t>
            </a:r>
            <a:endParaRPr b="0" lang="en-US" sz="13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2" name="Shape 11"/>
          <p:cNvSpPr/>
          <p:nvPr/>
        </p:nvSpPr>
        <p:spPr>
          <a:xfrm>
            <a:off x="947520" y="5882040"/>
            <a:ext cx="6809040" cy="1041840"/>
          </a:xfrm>
          <a:prstGeom prst="roundRect">
            <a:avLst>
              <a:gd name="adj" fmla="val 10528"/>
            </a:avLst>
          </a:prstGeom>
          <a:solidFill>
            <a:srgbClr val="111213"/>
          </a:solidFill>
          <a:ln w="22860">
            <a:solidFill>
              <a:srgbClr val="494a4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3" name="Shape 12"/>
          <p:cNvSpPr/>
          <p:nvPr/>
        </p:nvSpPr>
        <p:spPr>
          <a:xfrm>
            <a:off x="924480" y="5882040"/>
            <a:ext cx="91080" cy="1041840"/>
          </a:xfrm>
          <a:prstGeom prst="roundRect">
            <a:avLst>
              <a:gd name="adj" fmla="val 29142"/>
            </a:avLst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4" name="Text 13"/>
          <p:cNvSpPr/>
          <p:nvPr/>
        </p:nvSpPr>
        <p:spPr>
          <a:xfrm>
            <a:off x="1216440" y="6082560"/>
            <a:ext cx="2018520" cy="252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noAutofit/>
          </a:bodyPr>
          <a:p>
            <a:pPr>
              <a:lnSpc>
                <a:spcPts val="1950"/>
              </a:lnSpc>
              <a:tabLst>
                <a:tab algn="l" pos="0"/>
              </a:tabLst>
            </a:pPr>
            <a:r>
              <a:rPr b="1" lang="en-US" sz="1550" spc="-1" strike="noStrike">
                <a:solidFill>
                  <a:srgbClr val="e2e6e9"/>
                </a:solidFill>
                <a:latin typeface="Montserrat Bold"/>
                <a:ea typeface="Montserrat Bold"/>
              </a:rPr>
              <a:t>Strateji Fokus</a:t>
            </a:r>
            <a:endParaRPr b="0" lang="en-US" sz="15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" name="Text 14"/>
          <p:cNvSpPr/>
          <p:nvPr/>
        </p:nvSpPr>
        <p:spPr>
          <a:xfrm>
            <a:off x="1216440" y="6481080"/>
            <a:ext cx="633960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noAutofit/>
          </a:bodyPr>
          <a:p>
            <a:pPr>
              <a:lnSpc>
                <a:spcPts val="1899"/>
              </a:lnSpc>
              <a:tabLst>
                <a:tab algn="l" pos="0"/>
              </a:tabLst>
            </a:pPr>
            <a:r>
              <a:rPr b="0" lang="en-US" sz="1350" spc="-1" strike="noStrike">
                <a:solidFill>
                  <a:srgbClr val="e2e6e9"/>
                </a:solidFill>
                <a:latin typeface="Source Sans 3"/>
                <a:ea typeface="Source Sans 3"/>
              </a:rPr>
              <a:t>Rutin tapşırıqlar avtomatlaşdırılaraq HR mütəxəssisləri azad edilir</a:t>
            </a:r>
            <a:endParaRPr b="0" lang="en-US" sz="13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" name="Shape 15"/>
          <p:cNvSpPr/>
          <p:nvPr/>
        </p:nvSpPr>
        <p:spPr>
          <a:xfrm>
            <a:off x="8069760" y="1864440"/>
            <a:ext cx="5748120" cy="5223960"/>
          </a:xfrm>
          <a:prstGeom prst="roundRect">
            <a:avLst>
              <a:gd name="adj" fmla="val 510"/>
            </a:avLst>
          </a:prstGeom>
          <a:solidFill>
            <a:srgbClr val="1d1f2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7" name="Text 16"/>
          <p:cNvSpPr/>
          <p:nvPr/>
        </p:nvSpPr>
        <p:spPr>
          <a:xfrm>
            <a:off x="8247600" y="2010600"/>
            <a:ext cx="2018520" cy="252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noAutofit/>
          </a:bodyPr>
          <a:p>
            <a:pPr>
              <a:lnSpc>
                <a:spcPts val="1950"/>
              </a:lnSpc>
              <a:tabLst>
                <a:tab algn="l" pos="0"/>
              </a:tabLst>
            </a:pPr>
            <a:r>
              <a:rPr b="1" lang="en-US" sz="1550" spc="-1" strike="noStrike">
                <a:solidFill>
                  <a:srgbClr val="ffffff"/>
                </a:solidFill>
                <a:latin typeface="Montserrat Bold"/>
                <a:ea typeface="Montserrat Bold"/>
              </a:rPr>
              <a:t>Niyə İndi?</a:t>
            </a:r>
            <a:endParaRPr b="0" lang="en-US" sz="15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8" name="Text 17"/>
          <p:cNvSpPr/>
          <p:nvPr/>
        </p:nvSpPr>
        <p:spPr>
          <a:xfrm>
            <a:off x="8247600" y="2409120"/>
            <a:ext cx="5392800" cy="72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ts val="1899"/>
              </a:lnSpc>
              <a:tabLst>
                <a:tab algn="l" pos="0"/>
              </a:tabLst>
            </a:pPr>
            <a:r>
              <a:rPr b="0" lang="en-US" sz="1350" spc="-1" strike="noStrike">
                <a:solidFill>
                  <a:srgbClr val="e2e6e9"/>
                </a:solidFill>
                <a:latin typeface="Source Sans 3"/>
                <a:ea typeface="Source Sans 3"/>
              </a:rPr>
              <a:t>Rəqəmsal transformasiya sürətlənir. Şirkətlər böyük məlumat axınlarını idarə etmək, işçi memnuniyyətini artırmaq və rəqabət üstünlüyü qazanmaq üçün SI-yə müraciət edir.</a:t>
            </a:r>
            <a:endParaRPr b="0" lang="en-US" sz="13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Text 0"/>
          <p:cNvSpPr/>
          <p:nvPr/>
        </p:nvSpPr>
        <p:spPr>
          <a:xfrm>
            <a:off x="828720" y="633600"/>
            <a:ext cx="12972960" cy="117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ts val="4601"/>
              </a:lnSpc>
              <a:tabLst>
                <a:tab algn="l" pos="0"/>
              </a:tabLst>
            </a:pPr>
            <a:r>
              <a:rPr b="1" lang="en-US" sz="3700" spc="-1" strike="noStrike">
                <a:solidFill>
                  <a:srgbClr val="ffffff"/>
                </a:solidFill>
                <a:latin typeface="Montserrat Bold"/>
                <a:ea typeface="Montserrat Bold"/>
              </a:rPr>
              <a:t>İnsan Resurslarında Süni İntellektin Əsas Tətbiq Sahələri</a:t>
            </a:r>
            <a:endParaRPr b="0" lang="en-US" sz="3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" name="Text 1"/>
          <p:cNvSpPr/>
          <p:nvPr/>
        </p:nvSpPr>
        <p:spPr>
          <a:xfrm>
            <a:off x="828720" y="2207520"/>
            <a:ext cx="12972960" cy="30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noAutofit/>
          </a:bodyPr>
          <a:p>
            <a:pPr>
              <a:lnSpc>
                <a:spcPts val="2350"/>
              </a:lnSpc>
              <a:tabLst>
                <a:tab algn="l" pos="0"/>
              </a:tabLst>
            </a:pPr>
            <a:r>
              <a:rPr b="0" lang="en-US" sz="1600" spc="-1" strike="noStrike">
                <a:solidFill>
                  <a:srgbClr val="e2e6e9"/>
                </a:solidFill>
                <a:latin typeface="Source Sans 3"/>
                <a:ea typeface="Source Sans 3"/>
              </a:rPr>
              <a:t>Süni intellekt HR-ın bütün həyat dövrünü əhatə edir — namizədin axtarışından işçinin inkişafına qədər.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91" name="Image 0" descr="preencoded.png"/>
          <p:cNvPicPr/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/>
        </p:blipFill>
        <p:spPr>
          <a:xfrm>
            <a:off x="828720" y="2735640"/>
            <a:ext cx="517320" cy="517320"/>
          </a:xfrm>
          <a:prstGeom prst="rect">
            <a:avLst/>
          </a:prstGeom>
          <a:ln w="0">
            <a:noFill/>
          </a:ln>
        </p:spPr>
      </p:pic>
      <p:sp>
        <p:nvSpPr>
          <p:cNvPr id="92" name="Text 2"/>
          <p:cNvSpPr/>
          <p:nvPr/>
        </p:nvSpPr>
        <p:spPr>
          <a:xfrm>
            <a:off x="828720" y="3501720"/>
            <a:ext cx="2353680" cy="29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noAutofit/>
          </a:bodyPr>
          <a:p>
            <a:pPr>
              <a:lnSpc>
                <a:spcPts val="2299"/>
              </a:lnSpc>
              <a:tabLst>
                <a:tab algn="l" pos="0"/>
              </a:tabLst>
            </a:pPr>
            <a:r>
              <a:rPr b="1" lang="en-US" sz="1850" spc="-1" strike="noStrike">
                <a:solidFill>
                  <a:srgbClr val="e2e6e9"/>
                </a:solidFill>
                <a:latin typeface="Montserrat Bold"/>
                <a:ea typeface="Montserrat Bold"/>
              </a:rPr>
              <a:t>İşə Qəbul</a:t>
            </a:r>
            <a:endParaRPr b="0" lang="en-US" sz="1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3" name="Text 3"/>
          <p:cNvSpPr/>
          <p:nvPr/>
        </p:nvSpPr>
        <p:spPr>
          <a:xfrm>
            <a:off x="828720" y="3915000"/>
            <a:ext cx="6362280" cy="1051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marL="343080" indent="-343080">
              <a:lnSpc>
                <a:spcPts val="2350"/>
              </a:lnSpc>
              <a:buClr>
                <a:srgbClr val="e2e6e9"/>
              </a:buClr>
              <a:buFont typeface="Symbol" charset="2"/>
              <a:buChar char=""/>
            </a:pPr>
            <a:r>
              <a:rPr b="0" lang="en-US" sz="1600" spc="-1" strike="noStrike">
                <a:solidFill>
                  <a:srgbClr val="e2e6e9"/>
                </a:solidFill>
                <a:latin typeface="Source Sans 3"/>
                <a:ea typeface="Source Sans 3"/>
              </a:rPr>
              <a:t>CV avtomatik seçimi və sıralanması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>
              <a:lnSpc>
                <a:spcPts val="2350"/>
              </a:lnSpc>
              <a:buClr>
                <a:srgbClr val="e2e6e9"/>
              </a:buClr>
              <a:buFont typeface="Symbol" charset="2"/>
              <a:buChar char=""/>
            </a:pPr>
            <a:r>
              <a:rPr b="0" lang="en-US" sz="1600" spc="-1" strike="noStrike">
                <a:solidFill>
                  <a:srgbClr val="e2e6e9"/>
                </a:solidFill>
                <a:latin typeface="Source Sans 3"/>
                <a:ea typeface="Source Sans 3"/>
              </a:rPr>
              <a:t>Chatbotlarla ilkin müsahibə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>
              <a:lnSpc>
                <a:spcPts val="2350"/>
              </a:lnSpc>
              <a:buClr>
                <a:srgbClr val="e2e6e9"/>
              </a:buClr>
              <a:buFont typeface="Symbol" charset="2"/>
              <a:buChar char=""/>
            </a:pPr>
            <a:r>
              <a:rPr b="0" lang="en-US" sz="1600" spc="-1" strike="noStrike">
                <a:solidFill>
                  <a:srgbClr val="e2e6e9"/>
                </a:solidFill>
                <a:latin typeface="Source Sans 3"/>
                <a:ea typeface="Source Sans 3"/>
              </a:rPr>
              <a:t>Namizəd uyğunluğunun proqnozu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94" name="Image 1" descr="preencoded.png"/>
          <p:cNvPicPr/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/>
        </p:blipFill>
        <p:spPr>
          <a:xfrm>
            <a:off x="7439400" y="2735640"/>
            <a:ext cx="517320" cy="517320"/>
          </a:xfrm>
          <a:prstGeom prst="rect">
            <a:avLst/>
          </a:prstGeom>
          <a:ln w="0">
            <a:noFill/>
          </a:ln>
        </p:spPr>
      </p:pic>
      <p:sp>
        <p:nvSpPr>
          <p:cNvPr id="95" name="Text 4"/>
          <p:cNvSpPr/>
          <p:nvPr/>
        </p:nvSpPr>
        <p:spPr>
          <a:xfrm>
            <a:off x="7439400" y="3501720"/>
            <a:ext cx="2353680" cy="29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noAutofit/>
          </a:bodyPr>
          <a:p>
            <a:pPr>
              <a:lnSpc>
                <a:spcPts val="2299"/>
              </a:lnSpc>
              <a:tabLst>
                <a:tab algn="l" pos="0"/>
              </a:tabLst>
            </a:pPr>
            <a:r>
              <a:rPr b="1" lang="en-US" sz="1850" spc="-1" strike="noStrike">
                <a:solidFill>
                  <a:srgbClr val="e2e6e9"/>
                </a:solidFill>
                <a:latin typeface="Montserrat Bold"/>
                <a:ea typeface="Montserrat Bold"/>
              </a:rPr>
              <a:t>İşə Adaptasiya</a:t>
            </a:r>
            <a:endParaRPr b="0" lang="en-US" sz="1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6" name="Text 5"/>
          <p:cNvSpPr/>
          <p:nvPr/>
        </p:nvSpPr>
        <p:spPr>
          <a:xfrm>
            <a:off x="7439400" y="3915000"/>
            <a:ext cx="6362280" cy="1051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marL="343080" indent="-343080">
              <a:lnSpc>
                <a:spcPts val="2350"/>
              </a:lnSpc>
              <a:buClr>
                <a:srgbClr val="e2e6e9"/>
              </a:buClr>
              <a:buFont typeface="Symbol" charset="2"/>
              <a:buChar char=""/>
            </a:pPr>
            <a:r>
              <a:rPr b="0" lang="en-US" sz="1600" spc="-1" strike="noStrike">
                <a:solidFill>
                  <a:srgbClr val="e2e6e9"/>
                </a:solidFill>
                <a:latin typeface="Source Sans 3"/>
                <a:ea typeface="Source Sans 3"/>
              </a:rPr>
              <a:t>Sənədlərin avtomatik işlənməsi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>
              <a:lnSpc>
                <a:spcPts val="2350"/>
              </a:lnSpc>
              <a:buClr>
                <a:srgbClr val="e2e6e9"/>
              </a:buClr>
              <a:buFont typeface="Symbol" charset="2"/>
              <a:buChar char=""/>
            </a:pPr>
            <a:r>
              <a:rPr b="0" lang="en-US" sz="1600" spc="-1" strike="noStrike">
                <a:solidFill>
                  <a:srgbClr val="e2e6e9"/>
                </a:solidFill>
                <a:latin typeface="Source Sans 3"/>
                <a:ea typeface="Source Sans 3"/>
              </a:rPr>
              <a:t>Fərdi təlim proqramları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>
              <a:lnSpc>
                <a:spcPts val="2350"/>
              </a:lnSpc>
              <a:buClr>
                <a:srgbClr val="e2e6e9"/>
              </a:buClr>
              <a:buFont typeface="Symbol" charset="2"/>
              <a:buChar char=""/>
            </a:pPr>
            <a:r>
              <a:rPr b="0" lang="en-US" sz="1600" spc="-1" strike="noStrike">
                <a:solidFill>
                  <a:srgbClr val="e2e6e9"/>
                </a:solidFill>
                <a:latin typeface="Source Sans 3"/>
                <a:ea typeface="Source Sans 3"/>
              </a:rPr>
              <a:t>Sual-cavab botları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97" name="Image 2" descr="preencoded.png"/>
          <p:cNvPicPr/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/>
        </p:blipFill>
        <p:spPr>
          <a:xfrm>
            <a:off x="828720" y="5364360"/>
            <a:ext cx="517320" cy="517320"/>
          </a:xfrm>
          <a:prstGeom prst="rect">
            <a:avLst/>
          </a:prstGeom>
          <a:ln w="0">
            <a:noFill/>
          </a:ln>
        </p:spPr>
      </p:pic>
      <p:sp>
        <p:nvSpPr>
          <p:cNvPr id="98" name="Text 6"/>
          <p:cNvSpPr/>
          <p:nvPr/>
        </p:nvSpPr>
        <p:spPr>
          <a:xfrm>
            <a:off x="828720" y="6130440"/>
            <a:ext cx="3530880" cy="29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noAutofit/>
          </a:bodyPr>
          <a:p>
            <a:pPr>
              <a:lnSpc>
                <a:spcPts val="2299"/>
              </a:lnSpc>
              <a:tabLst>
                <a:tab algn="l" pos="0"/>
              </a:tabLst>
            </a:pPr>
            <a:r>
              <a:rPr b="1" lang="en-US" sz="1850" spc="-1" strike="noStrike">
                <a:solidFill>
                  <a:srgbClr val="e2e6e9"/>
                </a:solidFill>
                <a:latin typeface="Montserrat Bold"/>
                <a:ea typeface="Montserrat Bold"/>
              </a:rPr>
              <a:t>Performans Qiymətləndirmə</a:t>
            </a:r>
            <a:endParaRPr b="0" lang="en-US" sz="1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9" name="Text 7"/>
          <p:cNvSpPr/>
          <p:nvPr/>
        </p:nvSpPr>
        <p:spPr>
          <a:xfrm>
            <a:off x="828720" y="6544080"/>
            <a:ext cx="6362280" cy="1051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marL="343080" indent="-343080">
              <a:lnSpc>
                <a:spcPts val="2350"/>
              </a:lnSpc>
              <a:buClr>
                <a:srgbClr val="e2e6e9"/>
              </a:buClr>
              <a:buFont typeface="Symbol" charset="2"/>
              <a:buChar char=""/>
            </a:pPr>
            <a:r>
              <a:rPr b="0" lang="en-US" sz="1600" spc="-1" strike="noStrike">
                <a:solidFill>
                  <a:srgbClr val="e2e6e9"/>
                </a:solidFill>
                <a:latin typeface="Source Sans 3"/>
                <a:ea typeface="Source Sans 3"/>
              </a:rPr>
              <a:t>KPI məlumatlarının real vaxt təhlili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>
              <a:lnSpc>
                <a:spcPts val="2350"/>
              </a:lnSpc>
              <a:buClr>
                <a:srgbClr val="e2e6e9"/>
              </a:buClr>
              <a:buFont typeface="Symbol" charset="2"/>
              <a:buChar char=""/>
            </a:pPr>
            <a:r>
              <a:rPr b="0" lang="en-US" sz="1600" spc="-1" strike="noStrike">
                <a:solidFill>
                  <a:srgbClr val="e2e6e9"/>
                </a:solidFill>
                <a:latin typeface="Source Sans 3"/>
                <a:ea typeface="Source Sans 3"/>
              </a:rPr>
              <a:t>Avtomatik rəy generasiyası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>
              <a:lnSpc>
                <a:spcPts val="2350"/>
              </a:lnSpc>
              <a:buClr>
                <a:srgbClr val="e2e6e9"/>
              </a:buClr>
              <a:buFont typeface="Symbol" charset="2"/>
              <a:buChar char=""/>
            </a:pPr>
            <a:r>
              <a:rPr b="0" lang="en-US" sz="1600" spc="-1" strike="noStrike">
                <a:solidFill>
                  <a:srgbClr val="e2e6e9"/>
                </a:solidFill>
                <a:latin typeface="Source Sans 3"/>
                <a:ea typeface="Source Sans 3"/>
              </a:rPr>
              <a:t>Güclü/zəif tərəflərin müəyyənləşdirilməsi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00" name="Image 3" descr="preencoded.png"/>
          <p:cNvPicPr/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/>
        </p:blipFill>
        <p:spPr>
          <a:xfrm>
            <a:off x="7439400" y="5364360"/>
            <a:ext cx="517320" cy="517320"/>
          </a:xfrm>
          <a:prstGeom prst="rect">
            <a:avLst/>
          </a:prstGeom>
          <a:ln w="0">
            <a:noFill/>
          </a:ln>
        </p:spPr>
      </p:pic>
      <p:sp>
        <p:nvSpPr>
          <p:cNvPr id="101" name="Text 8"/>
          <p:cNvSpPr/>
          <p:nvPr/>
        </p:nvSpPr>
        <p:spPr>
          <a:xfrm>
            <a:off x="7439400" y="6130440"/>
            <a:ext cx="2431800" cy="29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noAutofit/>
          </a:bodyPr>
          <a:p>
            <a:pPr>
              <a:lnSpc>
                <a:spcPts val="2299"/>
              </a:lnSpc>
              <a:tabLst>
                <a:tab algn="l" pos="0"/>
              </a:tabLst>
            </a:pPr>
            <a:r>
              <a:rPr b="1" lang="en-US" sz="1850" spc="-1" strike="noStrike">
                <a:solidFill>
                  <a:srgbClr val="e2e6e9"/>
                </a:solidFill>
                <a:latin typeface="Montserrat Bold"/>
                <a:ea typeface="Montserrat Bold"/>
              </a:rPr>
              <a:t>İşçilərin Saxlanması</a:t>
            </a:r>
            <a:endParaRPr b="0" lang="en-US" sz="1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2" name="Text 9"/>
          <p:cNvSpPr/>
          <p:nvPr/>
        </p:nvSpPr>
        <p:spPr>
          <a:xfrm>
            <a:off x="7439400" y="6544080"/>
            <a:ext cx="6362280" cy="1051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marL="343080" indent="-343080">
              <a:lnSpc>
                <a:spcPts val="2350"/>
              </a:lnSpc>
              <a:buClr>
                <a:srgbClr val="e2e6e9"/>
              </a:buClr>
              <a:buFont typeface="Symbol" charset="2"/>
              <a:buChar char=""/>
            </a:pPr>
            <a:r>
              <a:rPr b="0" lang="en-US" sz="1600" spc="-1" strike="noStrike">
                <a:solidFill>
                  <a:srgbClr val="e2e6e9"/>
                </a:solidFill>
                <a:latin typeface="Source Sans 3"/>
                <a:ea typeface="Source Sans 3"/>
              </a:rPr>
              <a:t>İşdən çıxma riskinin erkən proqnozu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>
              <a:lnSpc>
                <a:spcPts val="2350"/>
              </a:lnSpc>
              <a:buClr>
                <a:srgbClr val="e2e6e9"/>
              </a:buClr>
              <a:buFont typeface="Symbol" charset="2"/>
              <a:buChar char=""/>
            </a:pPr>
            <a:r>
              <a:rPr b="0" lang="en-US" sz="1600" spc="-1" strike="noStrike">
                <a:solidFill>
                  <a:srgbClr val="e2e6e9"/>
                </a:solidFill>
                <a:latin typeface="Source Sans 3"/>
                <a:ea typeface="Source Sans 3"/>
              </a:rPr>
              <a:t>Cəlbedicilik strategiyaları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>
              <a:lnSpc>
                <a:spcPts val="2350"/>
              </a:lnSpc>
              <a:buClr>
                <a:srgbClr val="e2e6e9"/>
              </a:buClr>
              <a:buFont typeface="Symbol" charset="2"/>
              <a:buChar char=""/>
            </a:pPr>
            <a:r>
              <a:rPr b="0" lang="en-US" sz="1600" spc="-1" strike="noStrike">
                <a:solidFill>
                  <a:srgbClr val="e2e6e9"/>
                </a:solidFill>
                <a:latin typeface="Source Sans 3"/>
                <a:ea typeface="Source Sans 3"/>
              </a:rPr>
              <a:t>Fərdi motivasiya tövsiyələri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3" name="Image 0" descr="preencoded.png"/>
          <p:cNvPicPr/>
          <p:nvPr/>
        </p:nvPicPr>
        <p:blipFill>
          <a:blip r:embed="rId1"/>
          <a:stretch/>
        </p:blipFill>
        <p:spPr>
          <a:xfrm>
            <a:off x="9144000" y="0"/>
            <a:ext cx="5486040" cy="8229240"/>
          </a:xfrm>
          <a:prstGeom prst="rect">
            <a:avLst/>
          </a:prstGeom>
          <a:ln w="0">
            <a:noFill/>
          </a:ln>
        </p:spPr>
      </p:pic>
      <p:sp>
        <p:nvSpPr>
          <p:cNvPr id="104" name="Text 0"/>
          <p:cNvSpPr/>
          <p:nvPr/>
        </p:nvSpPr>
        <p:spPr>
          <a:xfrm>
            <a:off x="775440" y="929160"/>
            <a:ext cx="7592400" cy="110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ts val="4300"/>
              </a:lnSpc>
              <a:tabLst>
                <a:tab algn="l" pos="0"/>
              </a:tabLst>
            </a:pPr>
            <a:r>
              <a:rPr b="1" lang="en-US" sz="3450" spc="-1" strike="noStrike">
                <a:solidFill>
                  <a:srgbClr val="ffffff"/>
                </a:solidFill>
                <a:latin typeface="Montserrat Bold"/>
                <a:ea typeface="Montserrat Bold"/>
              </a:rPr>
              <a:t>İşə Qəbulda Süni İntellekt: İmkanlar və Risklər</a:t>
            </a:r>
            <a:endParaRPr b="0" lang="en-US" sz="34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5" name="Text 1"/>
          <p:cNvSpPr/>
          <p:nvPr/>
        </p:nvSpPr>
        <p:spPr>
          <a:xfrm>
            <a:off x="775440" y="2466000"/>
            <a:ext cx="3012120" cy="27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noAutofit/>
          </a:bodyPr>
          <a:p>
            <a:pPr>
              <a:lnSpc>
                <a:spcPts val="2149"/>
              </a:lnSpc>
              <a:tabLst>
                <a:tab algn="l" pos="0"/>
              </a:tabLst>
            </a:pPr>
            <a:r>
              <a:rPr b="1" lang="en-US" sz="1700" spc="-1" strike="noStrike">
                <a:solidFill>
                  <a:srgbClr val="000000"/>
                </a:solidFill>
                <a:latin typeface="Montserrat Bold"/>
                <a:ea typeface="Montserrat Bold"/>
              </a:rPr>
              <a:t>🔄</a:t>
            </a:r>
            <a:r>
              <a:rPr b="1" lang="en-US" sz="1700" spc="-1" strike="noStrike">
                <a:solidFill>
                  <a:srgbClr val="ffffff"/>
                </a:solidFill>
                <a:latin typeface="Montserrat Bold"/>
                <a:ea typeface="Montserrat Bold"/>
              </a:rPr>
              <a:t> </a:t>
            </a:r>
            <a:r>
              <a:rPr b="1" lang="en-US" sz="1700" spc="-1" strike="noStrike">
                <a:solidFill>
                  <a:srgbClr val="ffffff"/>
                </a:solidFill>
                <a:latin typeface="Montserrat Bold"/>
                <a:ea typeface="Montserrat Bold"/>
              </a:rPr>
              <a:t>Avtomatik Proses Axını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06" name="Image 1" descr="preencoded.png"/>
          <p:cNvPicPr/>
          <p:nvPr/>
        </p:nvPicPr>
        <p:blipFill>
          <a:blip r:embed="rId2"/>
          <a:stretch/>
        </p:blipFill>
        <p:spPr>
          <a:xfrm>
            <a:off x="775440" y="2937240"/>
            <a:ext cx="969120" cy="1388880"/>
          </a:xfrm>
          <a:prstGeom prst="rect">
            <a:avLst/>
          </a:prstGeom>
          <a:ln w="0">
            <a:noFill/>
          </a:ln>
        </p:spPr>
      </p:pic>
      <p:sp>
        <p:nvSpPr>
          <p:cNvPr id="107" name="Text 2"/>
          <p:cNvSpPr/>
          <p:nvPr/>
        </p:nvSpPr>
        <p:spPr>
          <a:xfrm>
            <a:off x="1919160" y="3130920"/>
            <a:ext cx="2202840" cy="27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noAutofit/>
          </a:bodyPr>
          <a:p>
            <a:pPr>
              <a:lnSpc>
                <a:spcPts val="2149"/>
              </a:lnSpc>
              <a:tabLst>
                <a:tab algn="l" pos="0"/>
              </a:tabLst>
            </a:pPr>
            <a:r>
              <a:rPr b="1" lang="en-US" sz="1700" spc="-1" strike="noStrike">
                <a:solidFill>
                  <a:srgbClr val="e2e6e9"/>
                </a:solidFill>
                <a:latin typeface="Montserrat Bold"/>
                <a:ea typeface="Montserrat Bold"/>
              </a:rPr>
              <a:t>CV Analizi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8" name="Text 3"/>
          <p:cNvSpPr/>
          <p:nvPr/>
        </p:nvSpPr>
        <p:spPr>
          <a:xfrm>
            <a:off x="1919160" y="3580560"/>
            <a:ext cx="2415960" cy="551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ts val="2149"/>
              </a:lnSpc>
              <a:tabLst>
                <a:tab algn="l" pos="0"/>
              </a:tabLst>
            </a:pPr>
            <a:r>
              <a:rPr b="0" lang="en-US" sz="1500" spc="-1" strike="noStrike">
                <a:solidFill>
                  <a:srgbClr val="e2e6e9"/>
                </a:solidFill>
                <a:latin typeface="Source Sans 3"/>
                <a:ea typeface="Source Sans 3"/>
              </a:rPr>
              <a:t>Yüzlərlə CV saniyələr içində işlənir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09" name="Image 2" descr="preencoded.png"/>
          <p:cNvPicPr/>
          <p:nvPr/>
        </p:nvPicPr>
        <p:blipFill>
          <a:blip r:embed="rId3"/>
          <a:stretch/>
        </p:blipFill>
        <p:spPr>
          <a:xfrm>
            <a:off x="775440" y="4326120"/>
            <a:ext cx="969120" cy="1388880"/>
          </a:xfrm>
          <a:prstGeom prst="rect">
            <a:avLst/>
          </a:prstGeom>
          <a:ln w="0">
            <a:noFill/>
          </a:ln>
        </p:spPr>
      </p:pic>
      <p:sp>
        <p:nvSpPr>
          <p:cNvPr id="110" name="Text 4"/>
          <p:cNvSpPr/>
          <p:nvPr/>
        </p:nvSpPr>
        <p:spPr>
          <a:xfrm>
            <a:off x="1919160" y="4520160"/>
            <a:ext cx="2264040" cy="27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noAutofit/>
          </a:bodyPr>
          <a:p>
            <a:pPr>
              <a:lnSpc>
                <a:spcPts val="2149"/>
              </a:lnSpc>
              <a:tabLst>
                <a:tab algn="l" pos="0"/>
              </a:tabLst>
            </a:pPr>
            <a:r>
              <a:rPr b="1" lang="en-US" sz="1700" spc="-1" strike="noStrike">
                <a:solidFill>
                  <a:srgbClr val="e2e6e9"/>
                </a:solidFill>
                <a:latin typeface="Montserrat Bold"/>
                <a:ea typeface="Montserrat Bold"/>
              </a:rPr>
              <a:t>Namizəd Sıralaması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1" name="Text 5"/>
          <p:cNvSpPr/>
          <p:nvPr/>
        </p:nvSpPr>
        <p:spPr>
          <a:xfrm>
            <a:off x="1919160" y="4969440"/>
            <a:ext cx="2415960" cy="551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ts val="2149"/>
              </a:lnSpc>
              <a:tabLst>
                <a:tab algn="l" pos="0"/>
              </a:tabLst>
            </a:pPr>
            <a:r>
              <a:rPr b="0" lang="en-US" sz="1500" spc="-1" strike="noStrike">
                <a:solidFill>
                  <a:srgbClr val="e2e6e9"/>
                </a:solidFill>
                <a:latin typeface="Source Sans 3"/>
                <a:ea typeface="Source Sans 3"/>
              </a:rPr>
              <a:t>Uyğunluq balları avtomatik hesablanır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12" name="Image 3" descr="preencoded.png"/>
          <p:cNvPicPr/>
          <p:nvPr/>
        </p:nvPicPr>
        <p:blipFill>
          <a:blip r:embed="rId4"/>
          <a:stretch/>
        </p:blipFill>
        <p:spPr>
          <a:xfrm>
            <a:off x="775440" y="5715360"/>
            <a:ext cx="969120" cy="1388880"/>
          </a:xfrm>
          <a:prstGeom prst="rect">
            <a:avLst/>
          </a:prstGeom>
          <a:ln w="0">
            <a:noFill/>
          </a:ln>
        </p:spPr>
      </p:pic>
      <p:sp>
        <p:nvSpPr>
          <p:cNvPr id="113" name="Text 6"/>
          <p:cNvSpPr/>
          <p:nvPr/>
        </p:nvSpPr>
        <p:spPr>
          <a:xfrm>
            <a:off x="1919160" y="5909040"/>
            <a:ext cx="2202840" cy="27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noAutofit/>
          </a:bodyPr>
          <a:p>
            <a:pPr>
              <a:lnSpc>
                <a:spcPts val="2149"/>
              </a:lnSpc>
              <a:tabLst>
                <a:tab algn="l" pos="0"/>
              </a:tabLst>
            </a:pPr>
            <a:r>
              <a:rPr b="1" lang="en-US" sz="1700" spc="-1" strike="noStrike">
                <a:solidFill>
                  <a:srgbClr val="e2e6e9"/>
                </a:solidFill>
                <a:latin typeface="Montserrat Bold"/>
                <a:ea typeface="Montserrat Bold"/>
              </a:rPr>
              <a:t>Avtomatik Cavab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4" name="Text 7"/>
          <p:cNvSpPr/>
          <p:nvPr/>
        </p:nvSpPr>
        <p:spPr>
          <a:xfrm>
            <a:off x="1919160" y="6358680"/>
            <a:ext cx="2415960" cy="551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ts val="2149"/>
              </a:lnSpc>
              <a:tabLst>
                <a:tab algn="l" pos="0"/>
              </a:tabLst>
            </a:pPr>
            <a:r>
              <a:rPr b="0" lang="en-US" sz="1500" spc="-1" strike="noStrike">
                <a:solidFill>
                  <a:srgbClr val="e2e6e9"/>
                </a:solidFill>
                <a:latin typeface="Source Sans 3"/>
                <a:ea typeface="Source Sans 3"/>
              </a:rPr>
              <a:t>Namizədlərə dərhal bildiriş göndərilir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5" name="Shape 8"/>
          <p:cNvSpPr/>
          <p:nvPr/>
        </p:nvSpPr>
        <p:spPr>
          <a:xfrm>
            <a:off x="4676400" y="2292120"/>
            <a:ext cx="3838680" cy="5007960"/>
          </a:xfrm>
          <a:prstGeom prst="roundRect">
            <a:avLst>
              <a:gd name="adj" fmla="val 758"/>
            </a:avLst>
          </a:prstGeom>
          <a:solidFill>
            <a:srgbClr val="1d1f2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6" name="Text 9"/>
          <p:cNvSpPr/>
          <p:nvPr/>
        </p:nvSpPr>
        <p:spPr>
          <a:xfrm>
            <a:off x="4870440" y="2466000"/>
            <a:ext cx="2973240" cy="27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noAutofit/>
          </a:bodyPr>
          <a:p>
            <a:pPr>
              <a:lnSpc>
                <a:spcPts val="2149"/>
              </a:lnSpc>
              <a:tabLst>
                <a:tab algn="l" pos="0"/>
              </a:tabLst>
            </a:pPr>
            <a:r>
              <a:rPr b="1" lang="en-US" sz="1700" spc="-1" strike="noStrike">
                <a:solidFill>
                  <a:srgbClr val="000000"/>
                </a:solidFill>
                <a:latin typeface="Montserrat Bold"/>
                <a:ea typeface="Montserrat Bold"/>
              </a:rPr>
              <a:t>⚠️</a:t>
            </a:r>
            <a:r>
              <a:rPr b="1" lang="en-US" sz="1700" spc="-1" strike="noStrike">
                <a:solidFill>
                  <a:srgbClr val="ffffff"/>
                </a:solidFill>
                <a:latin typeface="Montserrat Bold"/>
                <a:ea typeface="Montserrat Bold"/>
              </a:rPr>
              <a:t> </a:t>
            </a:r>
            <a:r>
              <a:rPr b="1" lang="en-US" sz="1700" spc="-1" strike="noStrike">
                <a:solidFill>
                  <a:srgbClr val="ffffff"/>
                </a:solidFill>
                <a:latin typeface="Montserrat Bold"/>
                <a:ea typeface="Montserrat Bold"/>
              </a:rPr>
              <a:t>Diqqət Edilməli Risklər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7" name="Text 10"/>
          <p:cNvSpPr/>
          <p:nvPr/>
        </p:nvSpPr>
        <p:spPr>
          <a:xfrm>
            <a:off x="4870440" y="2915640"/>
            <a:ext cx="3450960" cy="1379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ts val="2149"/>
              </a:lnSpc>
              <a:tabLst>
                <a:tab algn="l" pos="0"/>
              </a:tabLst>
            </a:pPr>
            <a:r>
              <a:rPr b="0" lang="en-US" sz="1500" spc="-1" strike="noStrike">
                <a:solidFill>
                  <a:srgbClr val="e2e6e9"/>
                </a:solidFill>
                <a:latin typeface="Source Sans 3"/>
                <a:ea typeface="Source Sans 3"/>
              </a:rPr>
              <a:t>Model </a:t>
            </a:r>
            <a:r>
              <a:rPr b="1" lang="en-US" sz="1500" spc="-1" strike="noStrike">
                <a:solidFill>
                  <a:srgbClr val="e2e6e9"/>
                </a:solidFill>
                <a:latin typeface="Source Sans 3"/>
                <a:ea typeface="Source Sans 3"/>
              </a:rPr>
              <a:t>balanssız məlumatlar</a:t>
            </a:r>
            <a:r>
              <a:rPr b="0" lang="en-US" sz="1500" spc="-1" strike="noStrike">
                <a:solidFill>
                  <a:srgbClr val="e2e6e9"/>
                </a:solidFill>
                <a:latin typeface="Source Sans 3"/>
                <a:ea typeface="Source Sans 3"/>
              </a:rPr>
              <a:t> üzərində öyrədilərsə, tarixi qərəzliklər yenidən istehsal oluna bilər. Məsələn, yalnız kişi adaylarına üstünlük verən model cins bərabərsizliyini artırır.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8" name="Text 11"/>
          <p:cNvSpPr/>
          <p:nvPr/>
        </p:nvSpPr>
        <p:spPr>
          <a:xfrm>
            <a:off x="4870440" y="4452120"/>
            <a:ext cx="3450960" cy="122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marL="343080" indent="-343080">
              <a:lnSpc>
                <a:spcPts val="2149"/>
              </a:lnSpc>
              <a:buClr>
                <a:srgbClr val="e2e6e9"/>
              </a:buClr>
              <a:buFont typeface="Symbol" charset="2"/>
              <a:buChar char=""/>
            </a:pPr>
            <a:r>
              <a:rPr b="0" lang="en-US" sz="1500" spc="-1" strike="noStrike">
                <a:solidFill>
                  <a:srgbClr val="e2e6e9"/>
                </a:solidFill>
                <a:latin typeface="Source Sans 3"/>
                <a:ea typeface="Source Sans 3"/>
              </a:rPr>
              <a:t>Qərəzli nəticələr ictimai nüfuza zərər verir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>
              <a:lnSpc>
                <a:spcPts val="2149"/>
              </a:lnSpc>
              <a:buClr>
                <a:srgbClr val="e2e6e9"/>
              </a:buClr>
              <a:buFont typeface="Symbol" charset="2"/>
              <a:buChar char=""/>
            </a:pPr>
            <a:r>
              <a:rPr b="0" lang="en-US" sz="1500" spc="-1" strike="noStrike">
                <a:solidFill>
                  <a:srgbClr val="e2e6e9"/>
                </a:solidFill>
                <a:latin typeface="Source Sans 3"/>
                <a:ea typeface="Source Sans 3"/>
              </a:rPr>
              <a:t>Hüquqi uyğunsuzluq riskləri yaranır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>
              <a:lnSpc>
                <a:spcPts val="2149"/>
              </a:lnSpc>
              <a:buClr>
                <a:srgbClr val="e2e6e9"/>
              </a:buClr>
              <a:buFont typeface="Symbol" charset="2"/>
              <a:buChar char=""/>
            </a:pPr>
            <a:r>
              <a:rPr b="0" lang="en-US" sz="1500" spc="-1" strike="noStrike">
                <a:solidFill>
                  <a:srgbClr val="e2e6e9"/>
                </a:solidFill>
                <a:latin typeface="Source Sans 3"/>
                <a:ea typeface="Source Sans 3"/>
              </a:rPr>
              <a:t>İnsan nəzarəti mütləq saxlanmalıdır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Text 0"/>
          <p:cNvSpPr/>
          <p:nvPr/>
        </p:nvSpPr>
        <p:spPr>
          <a:xfrm>
            <a:off x="863640" y="1094400"/>
            <a:ext cx="9537840" cy="61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noAutofit/>
          </a:bodyPr>
          <a:p>
            <a:pPr>
              <a:lnSpc>
                <a:spcPts val="4799"/>
              </a:lnSpc>
              <a:tabLst>
                <a:tab algn="l" pos="0"/>
              </a:tabLst>
            </a:pPr>
            <a:r>
              <a:rPr b="1" lang="en-US" sz="3850" spc="-1" strike="noStrike">
                <a:solidFill>
                  <a:srgbClr val="ffffff"/>
                </a:solidFill>
                <a:latin typeface="Montserrat Bold"/>
                <a:ea typeface="Montserrat Bold"/>
              </a:rPr>
              <a:t>İşçi Analitikası: Məlumatdan Anlayışa</a:t>
            </a:r>
            <a:endParaRPr b="0" lang="en-US" sz="3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0" name="Text 1"/>
          <p:cNvSpPr/>
          <p:nvPr/>
        </p:nvSpPr>
        <p:spPr>
          <a:xfrm>
            <a:off x="863640" y="2139840"/>
            <a:ext cx="12902400" cy="64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ts val="2551"/>
              </a:lnSpc>
              <a:tabLst>
                <a:tab algn="l" pos="0"/>
              </a:tabLst>
            </a:pPr>
            <a:r>
              <a:rPr b="0" lang="en-US" sz="1700" spc="-1" strike="noStrike">
                <a:solidFill>
                  <a:srgbClr val="e2e6e9"/>
                </a:solidFill>
                <a:latin typeface="Source Sans 3"/>
                <a:ea typeface="Source Sans 3"/>
              </a:rPr>
              <a:t>Böyük həcmli işçi məlumatlarını emal edərək süni intellekt gizli nümunələri üzə çıxarır və HR mütəxəssislərinə proaktiv qərarlar qəbul etməyə kömək edir.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1" name="Text 2"/>
          <p:cNvSpPr/>
          <p:nvPr/>
        </p:nvSpPr>
        <p:spPr>
          <a:xfrm>
            <a:off x="863640" y="3246480"/>
            <a:ext cx="2880000" cy="30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noAutofit/>
          </a:bodyPr>
          <a:p>
            <a:pPr>
              <a:lnSpc>
                <a:spcPts val="2401"/>
              </a:lnSpc>
              <a:tabLst>
                <a:tab algn="l" pos="0"/>
              </a:tabLst>
            </a:pPr>
            <a:r>
              <a:rPr b="1" lang="en-US" sz="1900" spc="-1" strike="noStrike">
                <a:solidFill>
                  <a:srgbClr val="000000"/>
                </a:solidFill>
                <a:latin typeface="Montserrat Bold"/>
                <a:ea typeface="Montserrat Bold"/>
              </a:rPr>
              <a:t>📊</a:t>
            </a:r>
            <a:r>
              <a:rPr b="1" lang="en-US" sz="1900" spc="-1" strike="noStrike">
                <a:solidFill>
                  <a:srgbClr val="ffffff"/>
                </a:solidFill>
                <a:latin typeface="Montserrat Bold"/>
                <a:ea typeface="Montserrat Bold"/>
              </a:rPr>
              <a:t> </a:t>
            </a:r>
            <a:r>
              <a:rPr b="1" lang="en-US" sz="1900" spc="-1" strike="noStrike">
                <a:solidFill>
                  <a:srgbClr val="ffffff"/>
                </a:solidFill>
                <a:latin typeface="Montserrat Bold"/>
                <a:ea typeface="Montserrat Bold"/>
              </a:rPr>
              <a:t>Məlumat Mənbələri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2" name="Shape 3"/>
          <p:cNvSpPr/>
          <p:nvPr/>
        </p:nvSpPr>
        <p:spPr>
          <a:xfrm>
            <a:off x="833400" y="3765600"/>
            <a:ext cx="60480" cy="12312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3" name="Text 4"/>
          <p:cNvSpPr/>
          <p:nvPr/>
        </p:nvSpPr>
        <p:spPr>
          <a:xfrm>
            <a:off x="1140480" y="3795840"/>
            <a:ext cx="2346120" cy="30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noAutofit/>
          </a:bodyPr>
          <a:p>
            <a:pPr>
              <a:lnSpc>
                <a:spcPts val="2401"/>
              </a:lnSpc>
              <a:tabLst>
                <a:tab algn="l" pos="0"/>
              </a:tabLst>
            </a:pPr>
            <a:r>
              <a:rPr b="1" lang="en-US" sz="1900" spc="-1" strike="noStrike">
                <a:solidFill>
                  <a:srgbClr val="e2e6e9"/>
                </a:solidFill>
                <a:latin typeface="Montserrat Bold"/>
                <a:ea typeface="Montserrat Bold"/>
              </a:rPr>
              <a:t>Gecikmə Tezliyi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4" name="Text 5"/>
          <p:cNvSpPr/>
          <p:nvPr/>
        </p:nvSpPr>
        <p:spPr>
          <a:xfrm>
            <a:off x="1140480" y="4318560"/>
            <a:ext cx="2346120" cy="64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ts val="2551"/>
              </a:lnSpc>
              <a:tabLst>
                <a:tab algn="l" pos="0"/>
              </a:tabLst>
            </a:pPr>
            <a:r>
              <a:rPr b="0" lang="en-US" sz="1700" spc="-1" strike="noStrike">
                <a:solidFill>
                  <a:srgbClr val="e2e6e9"/>
                </a:solidFill>
                <a:latin typeface="Source Sans 3"/>
                <a:ea typeface="Source Sans 3"/>
              </a:rPr>
              <a:t>Davamiyyət və gecikmə nümunələri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5" name="Shape 6"/>
          <p:cNvSpPr/>
          <p:nvPr/>
        </p:nvSpPr>
        <p:spPr>
          <a:xfrm>
            <a:off x="3726360" y="3765600"/>
            <a:ext cx="60480" cy="12312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6" name="Text 7"/>
          <p:cNvSpPr/>
          <p:nvPr/>
        </p:nvSpPr>
        <p:spPr>
          <a:xfrm>
            <a:off x="4033800" y="3795840"/>
            <a:ext cx="2346120" cy="30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noAutofit/>
          </a:bodyPr>
          <a:p>
            <a:pPr>
              <a:lnSpc>
                <a:spcPts val="2401"/>
              </a:lnSpc>
              <a:tabLst>
                <a:tab algn="l" pos="0"/>
              </a:tabLst>
            </a:pPr>
            <a:r>
              <a:rPr b="1" lang="en-US" sz="1900" spc="-1" strike="noStrike">
                <a:solidFill>
                  <a:srgbClr val="e2e6e9"/>
                </a:solidFill>
                <a:latin typeface="Montserrat Bold"/>
                <a:ea typeface="Montserrat Bold"/>
              </a:rPr>
              <a:t>Layihə İştirakı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7" name="Text 8"/>
          <p:cNvSpPr/>
          <p:nvPr/>
        </p:nvSpPr>
        <p:spPr>
          <a:xfrm>
            <a:off x="4033800" y="4318560"/>
            <a:ext cx="2346120" cy="64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ts val="2551"/>
              </a:lnSpc>
              <a:tabLst>
                <a:tab algn="l" pos="0"/>
              </a:tabLst>
            </a:pPr>
            <a:r>
              <a:rPr b="0" lang="en-US" sz="1700" spc="-1" strike="noStrike">
                <a:solidFill>
                  <a:srgbClr val="e2e6e9"/>
                </a:solidFill>
                <a:latin typeface="Source Sans 3"/>
                <a:ea typeface="Source Sans 3"/>
              </a:rPr>
              <a:t>Komanda töhfəsi və əməkdaşlıq səviyyəsi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8" name="Shape 9"/>
          <p:cNvSpPr/>
          <p:nvPr/>
        </p:nvSpPr>
        <p:spPr>
          <a:xfrm>
            <a:off x="833400" y="5367960"/>
            <a:ext cx="60480" cy="9072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9" name="Text 10"/>
          <p:cNvSpPr/>
          <p:nvPr/>
        </p:nvSpPr>
        <p:spPr>
          <a:xfrm>
            <a:off x="1140480" y="5398200"/>
            <a:ext cx="2453760" cy="30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noAutofit/>
          </a:bodyPr>
          <a:p>
            <a:pPr>
              <a:lnSpc>
                <a:spcPts val="2401"/>
              </a:lnSpc>
              <a:tabLst>
                <a:tab algn="l" pos="0"/>
              </a:tabLst>
            </a:pPr>
            <a:r>
              <a:rPr b="1" lang="en-US" sz="1900" spc="-1" strike="noStrike">
                <a:solidFill>
                  <a:srgbClr val="e2e6e9"/>
                </a:solidFill>
                <a:latin typeface="Montserrat Bold"/>
                <a:ea typeface="Montserrat Bold"/>
              </a:rPr>
              <a:t>Sorğu Nəticələri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0" name="Text 11"/>
          <p:cNvSpPr/>
          <p:nvPr/>
        </p:nvSpPr>
        <p:spPr>
          <a:xfrm>
            <a:off x="1140480" y="5920920"/>
            <a:ext cx="5239080" cy="32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noAutofit/>
          </a:bodyPr>
          <a:p>
            <a:pPr>
              <a:lnSpc>
                <a:spcPts val="2551"/>
              </a:lnSpc>
              <a:tabLst>
                <a:tab algn="l" pos="0"/>
              </a:tabLst>
            </a:pPr>
            <a:r>
              <a:rPr b="0" lang="en-US" sz="1700" spc="-1" strike="noStrike">
                <a:solidFill>
                  <a:srgbClr val="e2e6e9"/>
                </a:solidFill>
                <a:latin typeface="Source Sans 3"/>
                <a:ea typeface="Source Sans 3"/>
              </a:rPr>
              <a:t>Məmnuniyyət və cəlbedicilik ölçüləri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1" name="Text 12"/>
          <p:cNvSpPr/>
          <p:nvPr/>
        </p:nvSpPr>
        <p:spPr>
          <a:xfrm>
            <a:off x="6914880" y="3246480"/>
            <a:ext cx="3407040" cy="30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noAutofit/>
          </a:bodyPr>
          <a:p>
            <a:pPr>
              <a:lnSpc>
                <a:spcPts val="2401"/>
              </a:lnSpc>
              <a:tabLst>
                <a:tab algn="l" pos="0"/>
              </a:tabLst>
            </a:pPr>
            <a:r>
              <a:rPr b="1" lang="en-US" sz="1900" spc="-1" strike="noStrike">
                <a:solidFill>
                  <a:srgbClr val="000000"/>
                </a:solidFill>
                <a:latin typeface="Montserrat Bold"/>
                <a:ea typeface="Montserrat Bold"/>
              </a:rPr>
              <a:t>🎯</a:t>
            </a:r>
            <a:r>
              <a:rPr b="1" lang="en-US" sz="1900" spc="-1" strike="noStrike">
                <a:solidFill>
                  <a:srgbClr val="ffffff"/>
                </a:solidFill>
                <a:latin typeface="Montserrat Bold"/>
                <a:ea typeface="Montserrat Bold"/>
              </a:rPr>
              <a:t> </a:t>
            </a:r>
            <a:r>
              <a:rPr b="1" lang="en-US" sz="1900" spc="-1" strike="noStrike">
                <a:solidFill>
                  <a:srgbClr val="ffffff"/>
                </a:solidFill>
                <a:latin typeface="Montserrat Bold"/>
                <a:ea typeface="Montserrat Bold"/>
              </a:rPr>
              <a:t>Süni İntellektin Çıxışları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2" name="Shape 13"/>
          <p:cNvSpPr/>
          <p:nvPr/>
        </p:nvSpPr>
        <p:spPr>
          <a:xfrm>
            <a:off x="6914880" y="3795840"/>
            <a:ext cx="3321360" cy="1602000"/>
          </a:xfrm>
          <a:prstGeom prst="roundRect">
            <a:avLst>
              <a:gd name="adj" fmla="val 2022"/>
            </a:avLst>
          </a:prstGeom>
          <a:solidFill>
            <a:srgbClr val="30313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3" name="Text 14"/>
          <p:cNvSpPr/>
          <p:nvPr/>
        </p:nvSpPr>
        <p:spPr>
          <a:xfrm>
            <a:off x="7130520" y="4011840"/>
            <a:ext cx="2789640" cy="30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noAutofit/>
          </a:bodyPr>
          <a:p>
            <a:pPr>
              <a:lnSpc>
                <a:spcPts val="2401"/>
              </a:lnSpc>
              <a:tabLst>
                <a:tab algn="l" pos="0"/>
              </a:tabLst>
            </a:pPr>
            <a:r>
              <a:rPr b="1" lang="en-US" sz="1900" spc="-1" strike="noStrike">
                <a:solidFill>
                  <a:srgbClr val="e2e6e9"/>
                </a:solidFill>
                <a:latin typeface="Montserrat Bold"/>
                <a:ea typeface="Montserrat Bold"/>
              </a:rPr>
              <a:t>İşdənçıxma Proqnozu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4" name="Text 15"/>
          <p:cNvSpPr/>
          <p:nvPr/>
        </p:nvSpPr>
        <p:spPr>
          <a:xfrm>
            <a:off x="7130520" y="4534200"/>
            <a:ext cx="2889720" cy="64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ts val="2551"/>
              </a:lnSpc>
              <a:tabLst>
                <a:tab algn="l" pos="0"/>
              </a:tabLst>
            </a:pPr>
            <a:r>
              <a:rPr b="0" lang="en-US" sz="1700" spc="-1" strike="noStrike">
                <a:solidFill>
                  <a:srgbClr val="e2e6e9"/>
                </a:solidFill>
                <a:latin typeface="Source Sans 3"/>
                <a:ea typeface="Source Sans 3"/>
              </a:rPr>
              <a:t>Risk altındakı işçilər erkən müəyyənləşdirilir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5" name="Shape 16"/>
          <p:cNvSpPr/>
          <p:nvPr/>
        </p:nvSpPr>
        <p:spPr>
          <a:xfrm>
            <a:off x="10452240" y="3795840"/>
            <a:ext cx="3321360" cy="1602000"/>
          </a:xfrm>
          <a:prstGeom prst="roundRect">
            <a:avLst>
              <a:gd name="adj" fmla="val 2022"/>
            </a:avLst>
          </a:prstGeom>
          <a:solidFill>
            <a:srgbClr val="30313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6" name="Text 17"/>
          <p:cNvSpPr/>
          <p:nvPr/>
        </p:nvSpPr>
        <p:spPr>
          <a:xfrm>
            <a:off x="10668240" y="4011840"/>
            <a:ext cx="2453760" cy="30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noAutofit/>
          </a:bodyPr>
          <a:p>
            <a:pPr>
              <a:lnSpc>
                <a:spcPts val="2401"/>
              </a:lnSpc>
              <a:tabLst>
                <a:tab algn="l" pos="0"/>
              </a:tabLst>
            </a:pPr>
            <a:r>
              <a:rPr b="1" lang="en-US" sz="1900" spc="-1" strike="noStrike">
                <a:solidFill>
                  <a:srgbClr val="e2e6e9"/>
                </a:solidFill>
                <a:latin typeface="Montserrat Bold"/>
                <a:ea typeface="Montserrat Bold"/>
              </a:rPr>
              <a:t>Lider Profili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7" name="Text 18"/>
          <p:cNvSpPr/>
          <p:nvPr/>
        </p:nvSpPr>
        <p:spPr>
          <a:xfrm>
            <a:off x="10668240" y="4534200"/>
            <a:ext cx="2889720" cy="64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ts val="2551"/>
              </a:lnSpc>
              <a:tabLst>
                <a:tab algn="l" pos="0"/>
              </a:tabLst>
            </a:pPr>
            <a:r>
              <a:rPr b="0" lang="en-US" sz="1700" spc="-1" strike="noStrike">
                <a:solidFill>
                  <a:srgbClr val="e2e6e9"/>
                </a:solidFill>
                <a:latin typeface="Source Sans 3"/>
                <a:ea typeface="Source Sans 3"/>
              </a:rPr>
              <a:t>Potensial liderlər məlumat əsasında seçilir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8" name="Shape 19"/>
          <p:cNvSpPr/>
          <p:nvPr/>
        </p:nvSpPr>
        <p:spPr>
          <a:xfrm>
            <a:off x="6914880" y="5614200"/>
            <a:ext cx="6859080" cy="1278000"/>
          </a:xfrm>
          <a:prstGeom prst="roundRect">
            <a:avLst>
              <a:gd name="adj" fmla="val 2534"/>
            </a:avLst>
          </a:prstGeom>
          <a:solidFill>
            <a:srgbClr val="30313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9" name="Text 20"/>
          <p:cNvSpPr/>
          <p:nvPr/>
        </p:nvSpPr>
        <p:spPr>
          <a:xfrm>
            <a:off x="7130520" y="5829840"/>
            <a:ext cx="2453760" cy="30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noAutofit/>
          </a:bodyPr>
          <a:p>
            <a:pPr>
              <a:lnSpc>
                <a:spcPts val="2401"/>
              </a:lnSpc>
              <a:tabLst>
                <a:tab algn="l" pos="0"/>
              </a:tabLst>
            </a:pPr>
            <a:r>
              <a:rPr b="1" lang="en-US" sz="1900" spc="-1" strike="noStrike">
                <a:solidFill>
                  <a:srgbClr val="e2e6e9"/>
                </a:solidFill>
                <a:latin typeface="Montserrat Bold"/>
                <a:ea typeface="Montserrat Bold"/>
              </a:rPr>
              <a:t>Təlim Effektivliyi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0" name="Text 21"/>
          <p:cNvSpPr/>
          <p:nvPr/>
        </p:nvSpPr>
        <p:spPr>
          <a:xfrm>
            <a:off x="7130520" y="6352560"/>
            <a:ext cx="6427080" cy="32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noAutofit/>
          </a:bodyPr>
          <a:p>
            <a:pPr>
              <a:lnSpc>
                <a:spcPts val="2551"/>
              </a:lnSpc>
              <a:tabLst>
                <a:tab algn="l" pos="0"/>
              </a:tabLst>
            </a:pPr>
            <a:r>
              <a:rPr b="0" lang="en-US" sz="1700" spc="-1" strike="noStrike">
                <a:solidFill>
                  <a:srgbClr val="e2e6e9"/>
                </a:solidFill>
                <a:latin typeface="Source Sans 3"/>
                <a:ea typeface="Source Sans 3"/>
              </a:rPr>
              <a:t>Hansı proqramların işə yaradığı ölçülür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1" name="Image 0" descr="preencoded.png"/>
          <p:cNvPicPr/>
          <p:nvPr/>
        </p:nvPicPr>
        <p:blipFill>
          <a:blip r:embed="rId1"/>
          <a:stretch/>
        </p:blipFill>
        <p:spPr>
          <a:xfrm>
            <a:off x="0" y="0"/>
            <a:ext cx="5486040" cy="8229240"/>
          </a:xfrm>
          <a:prstGeom prst="rect">
            <a:avLst/>
          </a:prstGeom>
          <a:ln w="0">
            <a:noFill/>
          </a:ln>
        </p:spPr>
      </p:pic>
      <p:sp>
        <p:nvSpPr>
          <p:cNvPr id="142" name="Text 0"/>
          <p:cNvSpPr/>
          <p:nvPr/>
        </p:nvSpPr>
        <p:spPr>
          <a:xfrm>
            <a:off x="6221160" y="695160"/>
            <a:ext cx="7674480" cy="1043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ts val="4099"/>
              </a:lnSpc>
              <a:tabLst>
                <a:tab algn="l" pos="0"/>
              </a:tabLst>
            </a:pPr>
            <a:r>
              <a:rPr b="1" lang="en-US" sz="3250" spc="-1" strike="noStrike">
                <a:solidFill>
                  <a:srgbClr val="ffffff"/>
                </a:solidFill>
                <a:latin typeface="Montserrat Bold"/>
                <a:ea typeface="Montserrat Bold"/>
              </a:rPr>
              <a:t>İşçi Heyətinin İnkişafı Üçün Süni İntellekt</a:t>
            </a:r>
            <a:endParaRPr b="0" lang="en-US" sz="3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3" name="Text 1"/>
          <p:cNvSpPr/>
          <p:nvPr/>
        </p:nvSpPr>
        <p:spPr>
          <a:xfrm>
            <a:off x="6221160" y="1972800"/>
            <a:ext cx="7674480" cy="509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ts val="2001"/>
              </a:lnSpc>
              <a:tabLst>
                <a:tab algn="l" pos="0"/>
              </a:tabLst>
            </a:pPr>
            <a:r>
              <a:rPr b="0" lang="en-US" sz="1400" spc="-1" strike="noStrike">
                <a:solidFill>
                  <a:srgbClr val="e2e6e9"/>
                </a:solidFill>
                <a:latin typeface="Source Sans 3"/>
                <a:ea typeface="Source Sans 3"/>
              </a:rPr>
              <a:t>Ənənəvi təlim proqramları hamı üçün eyni məzmunu təklif edir. Süni intellekt isə hər işçi üçün </a:t>
            </a:r>
            <a:r>
              <a:rPr b="1" lang="en-US" sz="1400" spc="-1" strike="noStrike">
                <a:solidFill>
                  <a:srgbClr val="e2e6e9"/>
                </a:solidFill>
                <a:latin typeface="Source Sans 3"/>
                <a:ea typeface="Source Sans 3"/>
              </a:rPr>
              <a:t>fərdi öyrənmə yolu</a:t>
            </a:r>
            <a:r>
              <a:rPr b="0" lang="en-US" sz="1400" spc="-1" strike="noStrike">
                <a:solidFill>
                  <a:srgbClr val="e2e6e9"/>
                </a:solidFill>
                <a:latin typeface="Source Sans 3"/>
                <a:ea typeface="Source Sans 3"/>
              </a:rPr>
              <a:t> yaradır.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4" name="Shape 2"/>
          <p:cNvSpPr/>
          <p:nvPr/>
        </p:nvSpPr>
        <p:spPr>
          <a:xfrm>
            <a:off x="6404760" y="2933640"/>
            <a:ext cx="183240" cy="826200"/>
          </a:xfrm>
          <a:prstGeom prst="roundRect">
            <a:avLst>
              <a:gd name="adj" fmla="val 15006"/>
            </a:avLst>
          </a:prstGeom>
          <a:solidFill>
            <a:srgbClr val="30313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5" name="Shape 3"/>
          <p:cNvSpPr/>
          <p:nvPr/>
        </p:nvSpPr>
        <p:spPr>
          <a:xfrm>
            <a:off x="6221160" y="2813040"/>
            <a:ext cx="550440" cy="550440"/>
          </a:xfrm>
          <a:prstGeom prst="roundRect">
            <a:avLst>
              <a:gd name="adj" fmla="val 82991"/>
            </a:avLst>
          </a:prstGeom>
          <a:solidFill>
            <a:srgbClr val="30313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146" name="Image 1" descr="preencoded.png"/>
          <p:cNvPicPr/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>
          <a:xfrm>
            <a:off x="6358680" y="2950920"/>
            <a:ext cx="275040" cy="275040"/>
          </a:xfrm>
          <a:prstGeom prst="rect">
            <a:avLst/>
          </a:prstGeom>
          <a:ln w="0">
            <a:noFill/>
          </a:ln>
        </p:spPr>
      </p:pic>
      <p:sp>
        <p:nvSpPr>
          <p:cNvPr id="147" name="Text 4"/>
          <p:cNvSpPr/>
          <p:nvPr/>
        </p:nvSpPr>
        <p:spPr>
          <a:xfrm>
            <a:off x="6927840" y="2841840"/>
            <a:ext cx="2122920" cy="260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noAutofit/>
          </a:bodyPr>
          <a:p>
            <a:pPr>
              <a:lnSpc>
                <a:spcPts val="2049"/>
              </a:lnSpc>
              <a:tabLst>
                <a:tab algn="l" pos="0"/>
              </a:tabLst>
            </a:pPr>
            <a:r>
              <a:rPr b="1" lang="en-US" sz="1600" spc="-1" strike="noStrike">
                <a:solidFill>
                  <a:srgbClr val="e2e6e9"/>
                </a:solidFill>
                <a:latin typeface="Montserrat Bold"/>
                <a:ea typeface="Montserrat Bold"/>
              </a:rPr>
              <a:t>İşçi Profilinin Təhlili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8" name="Text 5"/>
          <p:cNvSpPr/>
          <p:nvPr/>
        </p:nvSpPr>
        <p:spPr>
          <a:xfrm>
            <a:off x="6927840" y="3196440"/>
            <a:ext cx="6967440" cy="25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noAutofit/>
          </a:bodyPr>
          <a:p>
            <a:pPr>
              <a:lnSpc>
                <a:spcPts val="2001"/>
              </a:lnSpc>
              <a:tabLst>
                <a:tab algn="l" pos="0"/>
              </a:tabLst>
            </a:pPr>
            <a:r>
              <a:rPr b="0" lang="en-US" sz="1400" spc="-1" strike="noStrike">
                <a:solidFill>
                  <a:srgbClr val="e2e6e9"/>
                </a:solidFill>
                <a:latin typeface="Source Sans 3"/>
                <a:ea typeface="Source Sans 3"/>
              </a:rPr>
              <a:t>Mövcud bacarıqlar, boşluqlar və karyera hədəfləri müəyyənləşdirilir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9" name="Shape 6"/>
          <p:cNvSpPr/>
          <p:nvPr/>
        </p:nvSpPr>
        <p:spPr>
          <a:xfrm>
            <a:off x="6680160" y="4191840"/>
            <a:ext cx="183240" cy="826200"/>
          </a:xfrm>
          <a:prstGeom prst="roundRect">
            <a:avLst>
              <a:gd name="adj" fmla="val 15006"/>
            </a:avLst>
          </a:prstGeom>
          <a:solidFill>
            <a:srgbClr val="30313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0" name="Shape 7"/>
          <p:cNvSpPr/>
          <p:nvPr/>
        </p:nvSpPr>
        <p:spPr>
          <a:xfrm>
            <a:off x="6496560" y="4071240"/>
            <a:ext cx="550440" cy="550440"/>
          </a:xfrm>
          <a:prstGeom prst="roundRect">
            <a:avLst>
              <a:gd name="adj" fmla="val 82991"/>
            </a:avLst>
          </a:prstGeom>
          <a:solidFill>
            <a:srgbClr val="30313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151" name="Image 2" descr="preencoded.png"/>
          <p:cNvPicPr/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/>
        </p:blipFill>
        <p:spPr>
          <a:xfrm>
            <a:off x="6634080" y="4209120"/>
            <a:ext cx="275040" cy="275040"/>
          </a:xfrm>
          <a:prstGeom prst="rect">
            <a:avLst/>
          </a:prstGeom>
          <a:ln w="0">
            <a:noFill/>
          </a:ln>
        </p:spPr>
      </p:pic>
      <p:sp>
        <p:nvSpPr>
          <p:cNvPr id="152" name="Text 8"/>
          <p:cNvSpPr/>
          <p:nvPr/>
        </p:nvSpPr>
        <p:spPr>
          <a:xfrm>
            <a:off x="7203240" y="4100040"/>
            <a:ext cx="2316960" cy="260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noAutofit/>
          </a:bodyPr>
          <a:p>
            <a:pPr>
              <a:lnSpc>
                <a:spcPts val="2049"/>
              </a:lnSpc>
              <a:tabLst>
                <a:tab algn="l" pos="0"/>
              </a:tabLst>
            </a:pPr>
            <a:r>
              <a:rPr b="1" lang="en-US" sz="1600" spc="-1" strike="noStrike">
                <a:solidFill>
                  <a:srgbClr val="e2e6e9"/>
                </a:solidFill>
                <a:latin typeface="Montserrat Bold"/>
                <a:ea typeface="Montserrat Bold"/>
              </a:rPr>
              <a:t>Fərdi Kurs Tövsiyələri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3" name="Text 9"/>
          <p:cNvSpPr/>
          <p:nvPr/>
        </p:nvSpPr>
        <p:spPr>
          <a:xfrm>
            <a:off x="7203240" y="4454640"/>
            <a:ext cx="6692040" cy="25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noAutofit/>
          </a:bodyPr>
          <a:p>
            <a:pPr>
              <a:lnSpc>
                <a:spcPts val="2001"/>
              </a:lnSpc>
              <a:tabLst>
                <a:tab algn="l" pos="0"/>
              </a:tabLst>
            </a:pPr>
            <a:r>
              <a:rPr b="0" lang="en-US" sz="1400" spc="-1" strike="noStrike">
                <a:solidFill>
                  <a:srgbClr val="e2e6e9"/>
                </a:solidFill>
                <a:latin typeface="Source Sans 3"/>
                <a:ea typeface="Source Sans 3"/>
              </a:rPr>
              <a:t>Süni intellekt ən uyğun öyrənmə resurslarını seçib təklif edir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4" name="Shape 10"/>
          <p:cNvSpPr/>
          <p:nvPr/>
        </p:nvSpPr>
        <p:spPr>
          <a:xfrm>
            <a:off x="6955560" y="5449680"/>
            <a:ext cx="183240" cy="826200"/>
          </a:xfrm>
          <a:prstGeom prst="roundRect">
            <a:avLst>
              <a:gd name="adj" fmla="val 15006"/>
            </a:avLst>
          </a:prstGeom>
          <a:solidFill>
            <a:srgbClr val="30313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5" name="Shape 11"/>
          <p:cNvSpPr/>
          <p:nvPr/>
        </p:nvSpPr>
        <p:spPr>
          <a:xfrm>
            <a:off x="6771960" y="5329080"/>
            <a:ext cx="550440" cy="550440"/>
          </a:xfrm>
          <a:prstGeom prst="roundRect">
            <a:avLst>
              <a:gd name="adj" fmla="val 82991"/>
            </a:avLst>
          </a:prstGeom>
          <a:solidFill>
            <a:srgbClr val="30313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156" name="Image 3" descr="preencoded.png"/>
          <p:cNvPicPr/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/>
        </p:blipFill>
        <p:spPr>
          <a:xfrm>
            <a:off x="6909840" y="5466960"/>
            <a:ext cx="275040" cy="275040"/>
          </a:xfrm>
          <a:prstGeom prst="rect">
            <a:avLst/>
          </a:prstGeom>
          <a:ln w="0">
            <a:noFill/>
          </a:ln>
        </p:spPr>
      </p:pic>
      <p:sp>
        <p:nvSpPr>
          <p:cNvPr id="157" name="Text 12"/>
          <p:cNvSpPr/>
          <p:nvPr/>
        </p:nvSpPr>
        <p:spPr>
          <a:xfrm>
            <a:off x="7479000" y="5357880"/>
            <a:ext cx="2649600" cy="260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noAutofit/>
          </a:bodyPr>
          <a:p>
            <a:pPr>
              <a:lnSpc>
                <a:spcPts val="2049"/>
              </a:lnSpc>
              <a:tabLst>
                <a:tab algn="l" pos="0"/>
              </a:tabLst>
            </a:pPr>
            <a:r>
              <a:rPr b="1" lang="en-US" sz="1600" spc="-1" strike="noStrike">
                <a:solidFill>
                  <a:srgbClr val="e2e6e9"/>
                </a:solidFill>
                <a:latin typeface="Montserrat Bold"/>
                <a:ea typeface="Montserrat Bold"/>
              </a:rPr>
              <a:t>Simulyasiya Əsaslı Təlim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8" name="Text 13"/>
          <p:cNvSpPr/>
          <p:nvPr/>
        </p:nvSpPr>
        <p:spPr>
          <a:xfrm>
            <a:off x="7479000" y="5712480"/>
            <a:ext cx="6416640" cy="25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noAutofit/>
          </a:bodyPr>
          <a:p>
            <a:pPr>
              <a:lnSpc>
                <a:spcPts val="2001"/>
              </a:lnSpc>
              <a:tabLst>
                <a:tab algn="l" pos="0"/>
              </a:tabLst>
            </a:pPr>
            <a:r>
              <a:rPr b="0" lang="en-US" sz="1400" spc="-1" strike="noStrike">
                <a:solidFill>
                  <a:srgbClr val="e2e6e9"/>
                </a:solidFill>
                <a:latin typeface="Source Sans 3"/>
                <a:ea typeface="Source Sans 3"/>
              </a:rPr>
              <a:t>Danışıqlar, münaqişə həlli kimi mürəkkəb ssenarilərin virtual təcrübəsi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9" name="Shape 14"/>
          <p:cNvSpPr/>
          <p:nvPr/>
        </p:nvSpPr>
        <p:spPr>
          <a:xfrm>
            <a:off x="7230960" y="6707880"/>
            <a:ext cx="183240" cy="826200"/>
          </a:xfrm>
          <a:prstGeom prst="roundRect">
            <a:avLst>
              <a:gd name="adj" fmla="val 15006"/>
            </a:avLst>
          </a:prstGeom>
          <a:solidFill>
            <a:srgbClr val="30313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0" name="Shape 15"/>
          <p:cNvSpPr/>
          <p:nvPr/>
        </p:nvSpPr>
        <p:spPr>
          <a:xfrm>
            <a:off x="7047360" y="6587280"/>
            <a:ext cx="550440" cy="550440"/>
          </a:xfrm>
          <a:prstGeom prst="roundRect">
            <a:avLst>
              <a:gd name="adj" fmla="val 82991"/>
            </a:avLst>
          </a:prstGeom>
          <a:solidFill>
            <a:srgbClr val="30313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161" name="Image 4" descr="preencoded.png"/>
          <p:cNvPicPr/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/>
        </p:blipFill>
        <p:spPr>
          <a:xfrm>
            <a:off x="7185240" y="6725160"/>
            <a:ext cx="275040" cy="275040"/>
          </a:xfrm>
          <a:prstGeom prst="rect">
            <a:avLst/>
          </a:prstGeom>
          <a:ln w="0">
            <a:noFill/>
          </a:ln>
        </p:spPr>
      </p:pic>
      <p:sp>
        <p:nvSpPr>
          <p:cNvPr id="162" name="Text 16"/>
          <p:cNvSpPr/>
          <p:nvPr/>
        </p:nvSpPr>
        <p:spPr>
          <a:xfrm>
            <a:off x="7754400" y="6616080"/>
            <a:ext cx="2214000" cy="260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noAutofit/>
          </a:bodyPr>
          <a:p>
            <a:pPr>
              <a:lnSpc>
                <a:spcPts val="2049"/>
              </a:lnSpc>
              <a:tabLst>
                <a:tab algn="l" pos="0"/>
              </a:tabLst>
            </a:pPr>
            <a:r>
              <a:rPr b="1" lang="en-US" sz="1600" spc="-1" strike="noStrike">
                <a:solidFill>
                  <a:srgbClr val="e2e6e9"/>
                </a:solidFill>
                <a:latin typeface="Montserrat Bold"/>
                <a:ea typeface="Montserrat Bold"/>
              </a:rPr>
              <a:t>İrəliləyişin İzlənməsi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3" name="Text 17"/>
          <p:cNvSpPr/>
          <p:nvPr/>
        </p:nvSpPr>
        <p:spPr>
          <a:xfrm>
            <a:off x="7754400" y="6970680"/>
            <a:ext cx="6140880" cy="25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noAutofit/>
          </a:bodyPr>
          <a:p>
            <a:pPr>
              <a:lnSpc>
                <a:spcPts val="2001"/>
              </a:lnSpc>
              <a:tabLst>
                <a:tab algn="l" pos="0"/>
              </a:tabLst>
            </a:pPr>
            <a:r>
              <a:rPr b="0" lang="en-US" sz="1400" spc="-1" strike="noStrike">
                <a:solidFill>
                  <a:srgbClr val="e2e6e9"/>
                </a:solidFill>
                <a:latin typeface="Source Sans 3"/>
                <a:ea typeface="Source Sans 3"/>
              </a:rPr>
              <a:t>Öyrənmə nəticələri real vaxtda ölçülür və proqram tənzimlənir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Text 0"/>
          <p:cNvSpPr/>
          <p:nvPr/>
        </p:nvSpPr>
        <p:spPr>
          <a:xfrm>
            <a:off x="743400" y="982440"/>
            <a:ext cx="4884120" cy="527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noAutofit/>
          </a:bodyPr>
          <a:p>
            <a:pPr>
              <a:lnSpc>
                <a:spcPts val="4150"/>
              </a:lnSpc>
              <a:tabLst>
                <a:tab algn="l" pos="0"/>
              </a:tabLst>
            </a:pPr>
            <a:r>
              <a:rPr b="1" lang="en-US" sz="3300" spc="-1" strike="noStrike">
                <a:solidFill>
                  <a:srgbClr val="ffffff"/>
                </a:solidFill>
                <a:latin typeface="Montserrat Bold"/>
                <a:ea typeface="Montserrat Bold"/>
              </a:rPr>
              <a:t>Etik və Hüquqi Risklər</a:t>
            </a:r>
            <a:endParaRPr b="0" lang="en-US" sz="3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5" name="Text 1"/>
          <p:cNvSpPr/>
          <p:nvPr/>
        </p:nvSpPr>
        <p:spPr>
          <a:xfrm>
            <a:off x="743400" y="1830240"/>
            <a:ext cx="13143240" cy="25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noAutofit/>
          </a:bodyPr>
          <a:p>
            <a:pPr>
              <a:lnSpc>
                <a:spcPts val="2001"/>
              </a:lnSpc>
              <a:tabLst>
                <a:tab algn="l" pos="0"/>
              </a:tabLst>
            </a:pPr>
            <a:r>
              <a:rPr b="0" lang="en-US" sz="1450" spc="-1" strike="noStrike">
                <a:solidFill>
                  <a:srgbClr val="e2e6e9"/>
                </a:solidFill>
                <a:latin typeface="Source Sans 3"/>
                <a:ea typeface="Source Sans 3"/>
              </a:rPr>
              <a:t>Süni intellektin HR-da tətbiqi güclü tənzimləmə çərçivəsi tələb edir. Texnologiyadan sorumlu istifadə etmək hüquqi, etik və sosial baxımdan vacibdir.</a:t>
            </a:r>
            <a:endParaRPr b="0" lang="en-US" sz="14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6" name="Shape 2"/>
          <p:cNvSpPr/>
          <p:nvPr/>
        </p:nvSpPr>
        <p:spPr>
          <a:xfrm>
            <a:off x="743400" y="2269440"/>
            <a:ext cx="6491520" cy="1967400"/>
          </a:xfrm>
          <a:prstGeom prst="roundRect">
            <a:avLst>
              <a:gd name="adj" fmla="val 1417"/>
            </a:avLst>
          </a:prstGeom>
          <a:solidFill>
            <a:srgbClr val="30313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7" name="Shape 3"/>
          <p:cNvSpPr/>
          <p:nvPr/>
        </p:nvSpPr>
        <p:spPr>
          <a:xfrm>
            <a:off x="929160" y="2455200"/>
            <a:ext cx="557280" cy="557280"/>
          </a:xfrm>
          <a:prstGeom prst="roundRect">
            <a:avLst>
              <a:gd name="adj" fmla="val 16398095"/>
            </a:avLst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68" name="Image 0" descr="preencoded.png"/>
          <p:cNvPicPr/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/>
        </p:blipFill>
        <p:spPr>
          <a:xfrm>
            <a:off x="1082520" y="2608560"/>
            <a:ext cx="250560" cy="250560"/>
          </a:xfrm>
          <a:prstGeom prst="rect">
            <a:avLst/>
          </a:prstGeom>
          <a:ln w="0">
            <a:noFill/>
          </a:ln>
        </p:spPr>
      </p:pic>
      <p:sp>
        <p:nvSpPr>
          <p:cNvPr id="169" name="Text 4"/>
          <p:cNvSpPr/>
          <p:nvPr/>
        </p:nvSpPr>
        <p:spPr>
          <a:xfrm>
            <a:off x="929160" y="3172680"/>
            <a:ext cx="2111760" cy="263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noAutofit/>
          </a:bodyPr>
          <a:p>
            <a:pPr>
              <a:lnSpc>
                <a:spcPts val="2049"/>
              </a:lnSpc>
              <a:tabLst>
                <a:tab algn="l" pos="0"/>
              </a:tabLst>
            </a:pPr>
            <a:r>
              <a:rPr b="1" lang="en-US" sz="1650" spc="-1" strike="noStrike">
                <a:solidFill>
                  <a:srgbClr val="e2e6e9"/>
                </a:solidFill>
                <a:latin typeface="Montserrat Bold"/>
                <a:ea typeface="Montserrat Bold"/>
              </a:rPr>
              <a:t>Seçimdə Qərəzlilik</a:t>
            </a:r>
            <a:endParaRPr b="0" lang="en-US" sz="16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0" name="Text 5"/>
          <p:cNvSpPr/>
          <p:nvPr/>
        </p:nvSpPr>
        <p:spPr>
          <a:xfrm>
            <a:off x="929160" y="3532680"/>
            <a:ext cx="6119640" cy="518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ts val="2001"/>
              </a:lnSpc>
              <a:tabLst>
                <a:tab algn="l" pos="0"/>
              </a:tabLst>
            </a:pPr>
            <a:r>
              <a:rPr b="0" lang="en-US" sz="1450" spc="-1" strike="noStrike">
                <a:solidFill>
                  <a:srgbClr val="e2e6e9"/>
                </a:solidFill>
                <a:latin typeface="Source Sans 3"/>
                <a:ea typeface="Source Sans 3"/>
              </a:rPr>
              <a:t>Tarixən balanssız məlumatlar cinsi, irqi və ya yaş ayrı-seçkiliyini gücləndirə bilər</a:t>
            </a:r>
            <a:endParaRPr b="0" lang="en-US" sz="14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1" name="Shape 6"/>
          <p:cNvSpPr/>
          <p:nvPr/>
        </p:nvSpPr>
        <p:spPr>
          <a:xfrm>
            <a:off x="7395120" y="2269440"/>
            <a:ext cx="6491520" cy="1967400"/>
          </a:xfrm>
          <a:prstGeom prst="roundRect">
            <a:avLst>
              <a:gd name="adj" fmla="val 1417"/>
            </a:avLst>
          </a:prstGeom>
          <a:solidFill>
            <a:srgbClr val="30313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2" name="Shape 7"/>
          <p:cNvSpPr/>
          <p:nvPr/>
        </p:nvSpPr>
        <p:spPr>
          <a:xfrm>
            <a:off x="7580880" y="2455200"/>
            <a:ext cx="557280" cy="557280"/>
          </a:xfrm>
          <a:prstGeom prst="roundRect">
            <a:avLst>
              <a:gd name="adj" fmla="val 16398095"/>
            </a:avLst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73" name="Image 1" descr="preencoded.png"/>
          <p:cNvPicPr/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/>
        </p:blipFill>
        <p:spPr>
          <a:xfrm>
            <a:off x="7734240" y="2608560"/>
            <a:ext cx="250560" cy="250560"/>
          </a:xfrm>
          <a:prstGeom prst="rect">
            <a:avLst/>
          </a:prstGeom>
          <a:ln w="0">
            <a:noFill/>
          </a:ln>
        </p:spPr>
      </p:pic>
      <p:sp>
        <p:nvSpPr>
          <p:cNvPr id="174" name="Text 8"/>
          <p:cNvSpPr/>
          <p:nvPr/>
        </p:nvSpPr>
        <p:spPr>
          <a:xfrm>
            <a:off x="7580880" y="3172680"/>
            <a:ext cx="2111760" cy="263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noAutofit/>
          </a:bodyPr>
          <a:p>
            <a:pPr>
              <a:lnSpc>
                <a:spcPts val="2049"/>
              </a:lnSpc>
              <a:tabLst>
                <a:tab algn="l" pos="0"/>
              </a:tabLst>
            </a:pPr>
            <a:r>
              <a:rPr b="1" lang="en-US" sz="1650" spc="-1" strike="noStrike">
                <a:solidFill>
                  <a:srgbClr val="e2e6e9"/>
                </a:solidFill>
                <a:latin typeface="Montserrat Bold"/>
                <a:ea typeface="Montserrat Bold"/>
              </a:rPr>
              <a:t>İzinsiz Monitorinq</a:t>
            </a:r>
            <a:endParaRPr b="0" lang="en-US" sz="16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5" name="Text 9"/>
          <p:cNvSpPr/>
          <p:nvPr/>
        </p:nvSpPr>
        <p:spPr>
          <a:xfrm>
            <a:off x="7580880" y="3532680"/>
            <a:ext cx="6119640" cy="25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noAutofit/>
          </a:bodyPr>
          <a:p>
            <a:pPr>
              <a:lnSpc>
                <a:spcPts val="2001"/>
              </a:lnSpc>
              <a:tabLst>
                <a:tab algn="l" pos="0"/>
              </a:tabLst>
            </a:pPr>
            <a:r>
              <a:rPr b="0" lang="en-US" sz="1450" spc="-1" strike="noStrike">
                <a:solidFill>
                  <a:srgbClr val="e2e6e9"/>
                </a:solidFill>
                <a:latin typeface="Source Sans 3"/>
                <a:ea typeface="Source Sans 3"/>
              </a:rPr>
              <a:t>İşçilərin razılığı olmadan həyata keçirilən nəzarət etik standartları pozur</a:t>
            </a:r>
            <a:endParaRPr b="0" lang="en-US" sz="14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6" name="Shape 10"/>
          <p:cNvSpPr/>
          <p:nvPr/>
        </p:nvSpPr>
        <p:spPr>
          <a:xfrm>
            <a:off x="743400" y="4397040"/>
            <a:ext cx="6491520" cy="1967400"/>
          </a:xfrm>
          <a:prstGeom prst="roundRect">
            <a:avLst>
              <a:gd name="adj" fmla="val 1417"/>
            </a:avLst>
          </a:prstGeom>
          <a:solidFill>
            <a:srgbClr val="30313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7" name="Shape 11"/>
          <p:cNvSpPr/>
          <p:nvPr/>
        </p:nvSpPr>
        <p:spPr>
          <a:xfrm>
            <a:off x="929160" y="4582800"/>
            <a:ext cx="557280" cy="557280"/>
          </a:xfrm>
          <a:prstGeom prst="roundRect">
            <a:avLst>
              <a:gd name="adj" fmla="val 16398095"/>
            </a:avLst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78" name="Image 2" descr="preencoded.png"/>
          <p:cNvPicPr/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/>
        </p:blipFill>
        <p:spPr>
          <a:xfrm>
            <a:off x="1082520" y="4736160"/>
            <a:ext cx="250560" cy="250560"/>
          </a:xfrm>
          <a:prstGeom prst="rect">
            <a:avLst/>
          </a:prstGeom>
          <a:ln w="0">
            <a:noFill/>
          </a:ln>
        </p:spPr>
      </p:pic>
      <p:sp>
        <p:nvSpPr>
          <p:cNvPr id="179" name="Text 12"/>
          <p:cNvSpPr/>
          <p:nvPr/>
        </p:nvSpPr>
        <p:spPr>
          <a:xfrm>
            <a:off x="929160" y="5300280"/>
            <a:ext cx="2111760" cy="263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noAutofit/>
          </a:bodyPr>
          <a:p>
            <a:pPr>
              <a:lnSpc>
                <a:spcPts val="2049"/>
              </a:lnSpc>
              <a:tabLst>
                <a:tab algn="l" pos="0"/>
              </a:tabLst>
            </a:pPr>
            <a:r>
              <a:rPr b="1" lang="en-US" sz="1650" spc="-1" strike="noStrike">
                <a:solidFill>
                  <a:srgbClr val="e2e6e9"/>
                </a:solidFill>
                <a:latin typeface="Montserrat Bold"/>
                <a:ea typeface="Montserrat Bold"/>
              </a:rPr>
              <a:t>GDPR Uyğunluğu</a:t>
            </a:r>
            <a:endParaRPr b="0" lang="en-US" sz="16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0" name="Text 13"/>
          <p:cNvSpPr/>
          <p:nvPr/>
        </p:nvSpPr>
        <p:spPr>
          <a:xfrm>
            <a:off x="929160" y="5660280"/>
            <a:ext cx="6119640" cy="518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ts val="2001"/>
              </a:lnSpc>
              <a:tabLst>
                <a:tab algn="l" pos="0"/>
              </a:tabLst>
            </a:pPr>
            <a:r>
              <a:rPr b="0" lang="en-US" sz="1450" spc="-1" strike="noStrike">
                <a:solidFill>
                  <a:srgbClr val="e2e6e9"/>
                </a:solidFill>
                <a:latin typeface="Source Sans 3"/>
                <a:ea typeface="Source Sans 3"/>
              </a:rPr>
              <a:t>Şəxsi məlumatların toplanması və saxlanması beynəlxalq qanunvericiliyə uyğun olmalıdır</a:t>
            </a:r>
            <a:endParaRPr b="0" lang="en-US" sz="14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1" name="Shape 14"/>
          <p:cNvSpPr/>
          <p:nvPr/>
        </p:nvSpPr>
        <p:spPr>
          <a:xfrm>
            <a:off x="7395120" y="4397040"/>
            <a:ext cx="6491520" cy="1967400"/>
          </a:xfrm>
          <a:prstGeom prst="roundRect">
            <a:avLst>
              <a:gd name="adj" fmla="val 1417"/>
            </a:avLst>
          </a:prstGeom>
          <a:solidFill>
            <a:srgbClr val="30313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2" name="Shape 15"/>
          <p:cNvSpPr/>
          <p:nvPr/>
        </p:nvSpPr>
        <p:spPr>
          <a:xfrm>
            <a:off x="7580880" y="4582800"/>
            <a:ext cx="557280" cy="557280"/>
          </a:xfrm>
          <a:prstGeom prst="roundRect">
            <a:avLst>
              <a:gd name="adj" fmla="val 16398095"/>
            </a:avLst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83" name="Image 3" descr="preencoded.png"/>
          <p:cNvPicPr/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/>
        </p:blipFill>
        <p:spPr>
          <a:xfrm>
            <a:off x="7734240" y="4736160"/>
            <a:ext cx="250560" cy="250560"/>
          </a:xfrm>
          <a:prstGeom prst="rect">
            <a:avLst/>
          </a:prstGeom>
          <a:ln w="0">
            <a:noFill/>
          </a:ln>
        </p:spPr>
      </p:pic>
      <p:sp>
        <p:nvSpPr>
          <p:cNvPr id="184" name="Text 16"/>
          <p:cNvSpPr/>
          <p:nvPr/>
        </p:nvSpPr>
        <p:spPr>
          <a:xfrm>
            <a:off x="7580880" y="5300280"/>
            <a:ext cx="2111760" cy="263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noAutofit/>
          </a:bodyPr>
          <a:p>
            <a:pPr>
              <a:lnSpc>
                <a:spcPts val="2049"/>
              </a:lnSpc>
              <a:tabLst>
                <a:tab algn="l" pos="0"/>
              </a:tabLst>
            </a:pPr>
            <a:r>
              <a:rPr b="1" lang="en-US" sz="1650" spc="-1" strike="noStrike">
                <a:solidFill>
                  <a:srgbClr val="e2e6e9"/>
                </a:solidFill>
                <a:latin typeface="Montserrat Bold"/>
                <a:ea typeface="Montserrat Bold"/>
              </a:rPr>
              <a:t>İzahsız Qərarlar</a:t>
            </a:r>
            <a:endParaRPr b="0" lang="en-US" sz="16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5" name="Text 17"/>
          <p:cNvSpPr/>
          <p:nvPr/>
        </p:nvSpPr>
        <p:spPr>
          <a:xfrm>
            <a:off x="7580880" y="5660280"/>
            <a:ext cx="6119640" cy="518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ts val="2001"/>
              </a:lnSpc>
              <a:tabLst>
                <a:tab algn="l" pos="0"/>
              </a:tabLst>
            </a:pPr>
            <a:r>
              <a:rPr b="0" lang="en-US" sz="1450" spc="-1" strike="noStrike">
                <a:solidFill>
                  <a:srgbClr val="e2e6e9"/>
                </a:solidFill>
                <a:latin typeface="Source Sans 3"/>
                <a:ea typeface="Source Sans 3"/>
              </a:rPr>
              <a:t>"Qara qutu" effekti: SI niyə belə qərar verdiyini izah edə bilmədiyi zaman inam itir</a:t>
            </a:r>
            <a:endParaRPr b="0" lang="en-US" sz="14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6" name="Shape 18"/>
          <p:cNvSpPr/>
          <p:nvPr/>
        </p:nvSpPr>
        <p:spPr>
          <a:xfrm>
            <a:off x="743400" y="6544800"/>
            <a:ext cx="13143240" cy="702000"/>
          </a:xfrm>
          <a:prstGeom prst="roundRect">
            <a:avLst>
              <a:gd name="adj" fmla="val 3969"/>
            </a:avLst>
          </a:prstGeom>
          <a:solidFill>
            <a:srgbClr val="26262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187" name="Image 4" descr="preencoded.png"/>
          <p:cNvPicPr/>
          <p:nvPr/>
        </p:nvPicPr>
        <p:blipFill>
          <a:blip r:embed="rId9"/>
          <a:stretch/>
        </p:blipFill>
        <p:spPr>
          <a:xfrm>
            <a:off x="929160" y="6797160"/>
            <a:ext cx="231840" cy="185400"/>
          </a:xfrm>
          <a:prstGeom prst="rect">
            <a:avLst/>
          </a:prstGeom>
          <a:ln w="0">
            <a:noFill/>
          </a:ln>
        </p:spPr>
      </p:pic>
      <p:sp>
        <p:nvSpPr>
          <p:cNvPr id="188" name="Text 19"/>
          <p:cNvSpPr/>
          <p:nvPr/>
        </p:nvSpPr>
        <p:spPr>
          <a:xfrm>
            <a:off x="1347480" y="6751080"/>
            <a:ext cx="12353400" cy="25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noAutofit/>
          </a:bodyPr>
          <a:p>
            <a:pPr>
              <a:lnSpc>
                <a:spcPts val="2001"/>
              </a:lnSpc>
              <a:tabLst>
                <a:tab algn="l" pos="0"/>
              </a:tabLst>
            </a:pPr>
            <a:r>
              <a:rPr b="0" lang="en-US" sz="1450" spc="-1" strike="noStrike">
                <a:solidFill>
                  <a:srgbClr val="ffffff"/>
                </a:solidFill>
                <a:latin typeface="Source Sans 3"/>
                <a:ea typeface="Source Sans 3"/>
              </a:rPr>
              <a:t>Hüquqi xatırlatma: Azərbaycanda "Şəxsi məlumatlar haqqında" Qanun (2010) və GDPR prinsipləri HR SI tətbiqlərini birbaşa tənzimləyir.</a:t>
            </a:r>
            <a:endParaRPr b="0" lang="en-US" sz="14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Text 0"/>
          <p:cNvSpPr/>
          <p:nvPr/>
        </p:nvSpPr>
        <p:spPr>
          <a:xfrm>
            <a:off x="863640" y="2243520"/>
            <a:ext cx="11472120" cy="61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noAutofit/>
          </a:bodyPr>
          <a:p>
            <a:pPr>
              <a:lnSpc>
                <a:spcPts val="4799"/>
              </a:lnSpc>
              <a:tabLst>
                <a:tab algn="l" pos="0"/>
              </a:tabLst>
            </a:pPr>
            <a:r>
              <a:rPr b="1" lang="en-US" sz="3850" spc="-1" strike="noStrike">
                <a:solidFill>
                  <a:srgbClr val="ffffff"/>
                </a:solidFill>
                <a:latin typeface="Montserrat Bold"/>
                <a:ea typeface="Montserrat Bold"/>
              </a:rPr>
              <a:t>Ən Yaxşı Təcrübələr: Məsuliyyətli SI İstifadəsi</a:t>
            </a:r>
            <a:endParaRPr b="0" lang="en-US" sz="3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0" name="Text 1"/>
          <p:cNvSpPr/>
          <p:nvPr/>
        </p:nvSpPr>
        <p:spPr>
          <a:xfrm>
            <a:off x="863640" y="3288960"/>
            <a:ext cx="12902400" cy="32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noAutofit/>
          </a:bodyPr>
          <a:p>
            <a:pPr>
              <a:lnSpc>
                <a:spcPts val="2551"/>
              </a:lnSpc>
              <a:tabLst>
                <a:tab algn="l" pos="0"/>
              </a:tabLst>
            </a:pPr>
            <a:r>
              <a:rPr b="0" lang="en-US" sz="1700" spc="-1" strike="noStrike">
                <a:solidFill>
                  <a:srgbClr val="e2e6e9"/>
                </a:solidFill>
                <a:latin typeface="Source Sans 3"/>
                <a:ea typeface="Source Sans 3"/>
              </a:rPr>
              <a:t>Süni intellektin HR-da effektiv tətbiqi yalnız texnologiyadan asılı deyil — idarəetmə prinsipləri, şəffaflıq və insan nəzarəti eyni dərəcədə vacibdir.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1" name="Shape 2"/>
          <p:cNvSpPr/>
          <p:nvPr/>
        </p:nvSpPr>
        <p:spPr>
          <a:xfrm>
            <a:off x="863640" y="3855600"/>
            <a:ext cx="485640" cy="485640"/>
          </a:xfrm>
          <a:prstGeom prst="roundRect">
            <a:avLst>
              <a:gd name="adj" fmla="val 6667"/>
            </a:avLst>
          </a:prstGeom>
          <a:solidFill>
            <a:srgbClr val="30313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2" name="Text 3"/>
          <p:cNvSpPr/>
          <p:nvPr/>
        </p:nvSpPr>
        <p:spPr>
          <a:xfrm>
            <a:off x="959400" y="3914640"/>
            <a:ext cx="294120" cy="36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noAutofit/>
          </a:bodyPr>
          <a:p>
            <a:pPr algn="ctr">
              <a:lnSpc>
                <a:spcPts val="2299"/>
              </a:lnSpc>
              <a:tabLst>
                <a:tab algn="l" pos="0"/>
              </a:tabLst>
            </a:pPr>
            <a:r>
              <a:rPr b="1" lang="en-US" sz="2300" spc="-1" strike="noStrike">
                <a:solidFill>
                  <a:srgbClr val="e2e6e9"/>
                </a:solidFill>
                <a:latin typeface="Montserrat Bold"/>
                <a:ea typeface="Montserrat Bold"/>
              </a:rPr>
              <a:t>1</a:t>
            </a:r>
            <a:endParaRPr b="0" lang="en-US" sz="2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3" name="Text 4"/>
          <p:cNvSpPr/>
          <p:nvPr/>
        </p:nvSpPr>
        <p:spPr>
          <a:xfrm>
            <a:off x="1565640" y="3929760"/>
            <a:ext cx="2830680" cy="30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noAutofit/>
          </a:bodyPr>
          <a:p>
            <a:pPr>
              <a:lnSpc>
                <a:spcPts val="2401"/>
              </a:lnSpc>
              <a:tabLst>
                <a:tab algn="l" pos="0"/>
              </a:tabLst>
            </a:pPr>
            <a:r>
              <a:rPr b="1" lang="en-US" sz="1900" spc="-1" strike="noStrike">
                <a:solidFill>
                  <a:srgbClr val="e2e6e9"/>
                </a:solidFill>
                <a:latin typeface="Montserrat Bold"/>
                <a:ea typeface="Montserrat Bold"/>
              </a:rPr>
              <a:t>Qərəzlik Auditi Aparın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4" name="Text 5"/>
          <p:cNvSpPr/>
          <p:nvPr/>
        </p:nvSpPr>
        <p:spPr>
          <a:xfrm>
            <a:off x="1565640" y="4366080"/>
            <a:ext cx="3418920" cy="161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ts val="2551"/>
              </a:lnSpc>
              <a:tabLst>
                <a:tab algn="l" pos="0"/>
              </a:tabLst>
            </a:pPr>
            <a:r>
              <a:rPr b="0" lang="en-US" sz="1700" spc="-1" strike="noStrike">
                <a:solidFill>
                  <a:srgbClr val="e2e6e9"/>
                </a:solidFill>
                <a:latin typeface="Source Sans 3"/>
                <a:ea typeface="Source Sans 3"/>
              </a:rPr>
              <a:t>SI modellərini müntəzəm olaraq müstəqil auditə verin. Məlumat dəstlərinin müxtəlifliyini yoxlayın, çıxış nəticələrini demoqrafik bölgüdə analiz edin.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5" name="Shape 6"/>
          <p:cNvSpPr/>
          <p:nvPr/>
        </p:nvSpPr>
        <p:spPr>
          <a:xfrm>
            <a:off x="5254560" y="3855600"/>
            <a:ext cx="485640" cy="485640"/>
          </a:xfrm>
          <a:prstGeom prst="roundRect">
            <a:avLst>
              <a:gd name="adj" fmla="val 6667"/>
            </a:avLst>
          </a:prstGeom>
          <a:solidFill>
            <a:srgbClr val="30313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6" name="Text 7"/>
          <p:cNvSpPr/>
          <p:nvPr/>
        </p:nvSpPr>
        <p:spPr>
          <a:xfrm>
            <a:off x="5350320" y="3914640"/>
            <a:ext cx="294120" cy="36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noAutofit/>
          </a:bodyPr>
          <a:p>
            <a:pPr algn="ctr">
              <a:lnSpc>
                <a:spcPts val="2299"/>
              </a:lnSpc>
              <a:tabLst>
                <a:tab algn="l" pos="0"/>
              </a:tabLst>
            </a:pPr>
            <a:r>
              <a:rPr b="1" lang="en-US" sz="2300" spc="-1" strike="noStrike">
                <a:solidFill>
                  <a:srgbClr val="e2e6e9"/>
                </a:solidFill>
                <a:latin typeface="Montserrat Bold"/>
                <a:ea typeface="Montserrat Bold"/>
              </a:rPr>
              <a:t>2</a:t>
            </a:r>
            <a:endParaRPr b="0" lang="en-US" sz="2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7" name="Text 8"/>
          <p:cNvSpPr/>
          <p:nvPr/>
        </p:nvSpPr>
        <p:spPr>
          <a:xfrm>
            <a:off x="5956560" y="3929760"/>
            <a:ext cx="3418920" cy="61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ts val="2401"/>
              </a:lnSpc>
              <a:tabLst>
                <a:tab algn="l" pos="0"/>
              </a:tabLst>
            </a:pPr>
            <a:r>
              <a:rPr b="1" lang="en-US" sz="1900" spc="-1" strike="noStrike">
                <a:solidFill>
                  <a:srgbClr val="e2e6e9"/>
                </a:solidFill>
                <a:latin typeface="Montserrat Bold"/>
                <a:ea typeface="Montserrat Bold"/>
              </a:rPr>
              <a:t>Şəffaf Kommunikasiya Qurun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8" name="Text 9"/>
          <p:cNvSpPr/>
          <p:nvPr/>
        </p:nvSpPr>
        <p:spPr>
          <a:xfrm>
            <a:off x="5956560" y="4672800"/>
            <a:ext cx="3418920" cy="129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ts val="2551"/>
              </a:lnSpc>
              <a:tabLst>
                <a:tab algn="l" pos="0"/>
              </a:tabLst>
            </a:pPr>
            <a:r>
              <a:rPr b="0" lang="en-US" sz="1700" spc="-1" strike="noStrike">
                <a:solidFill>
                  <a:srgbClr val="e2e6e9"/>
                </a:solidFill>
                <a:latin typeface="Source Sans 3"/>
                <a:ea typeface="Source Sans 3"/>
              </a:rPr>
              <a:t>Namizədlər və işçilər SI-nin qərar qəbul prosesinə nə dərəcədə cəlb olunduğunu açıq şəkildə bilməlidirlər. Şəffaflıq etibara əsas yaradır.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9" name="Shape 10"/>
          <p:cNvSpPr/>
          <p:nvPr/>
        </p:nvSpPr>
        <p:spPr>
          <a:xfrm>
            <a:off x="9645480" y="3855600"/>
            <a:ext cx="485640" cy="485640"/>
          </a:xfrm>
          <a:prstGeom prst="roundRect">
            <a:avLst>
              <a:gd name="adj" fmla="val 6667"/>
            </a:avLst>
          </a:prstGeom>
          <a:solidFill>
            <a:srgbClr val="30313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0" name="Text 11"/>
          <p:cNvSpPr/>
          <p:nvPr/>
        </p:nvSpPr>
        <p:spPr>
          <a:xfrm>
            <a:off x="9741240" y="3914640"/>
            <a:ext cx="294120" cy="36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noAutofit/>
          </a:bodyPr>
          <a:p>
            <a:pPr algn="ctr">
              <a:lnSpc>
                <a:spcPts val="2299"/>
              </a:lnSpc>
              <a:tabLst>
                <a:tab algn="l" pos="0"/>
              </a:tabLst>
            </a:pPr>
            <a:r>
              <a:rPr b="1" lang="en-US" sz="2300" spc="-1" strike="noStrike">
                <a:solidFill>
                  <a:srgbClr val="e2e6e9"/>
                </a:solidFill>
                <a:latin typeface="Montserrat Bold"/>
                <a:ea typeface="Montserrat Bold"/>
              </a:rPr>
              <a:t>3</a:t>
            </a:r>
            <a:endParaRPr b="0" lang="en-US" sz="2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1" name="Text 12"/>
          <p:cNvSpPr/>
          <p:nvPr/>
        </p:nvSpPr>
        <p:spPr>
          <a:xfrm>
            <a:off x="10347480" y="3929760"/>
            <a:ext cx="3283920" cy="30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noAutofit/>
          </a:bodyPr>
          <a:p>
            <a:pPr>
              <a:lnSpc>
                <a:spcPts val="2401"/>
              </a:lnSpc>
              <a:tabLst>
                <a:tab algn="l" pos="0"/>
              </a:tabLst>
            </a:pPr>
            <a:r>
              <a:rPr b="1" lang="en-US" sz="1900" spc="-1" strike="noStrike">
                <a:solidFill>
                  <a:srgbClr val="e2e6e9"/>
                </a:solidFill>
                <a:latin typeface="Montserrat Bold"/>
                <a:ea typeface="Montserrat Bold"/>
              </a:rPr>
              <a:t>İnsan Nəzarətini Qoruyun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2" name="Text 13"/>
          <p:cNvSpPr/>
          <p:nvPr/>
        </p:nvSpPr>
        <p:spPr>
          <a:xfrm>
            <a:off x="10347480" y="4366080"/>
            <a:ext cx="3418920" cy="129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ts val="2551"/>
              </a:lnSpc>
              <a:tabLst>
                <a:tab algn="l" pos="0"/>
              </a:tabLst>
            </a:pPr>
            <a:r>
              <a:rPr b="0" lang="en-US" sz="1700" spc="-1" strike="noStrike">
                <a:solidFill>
                  <a:srgbClr val="e2e6e9"/>
                </a:solidFill>
                <a:latin typeface="Source Sans 3"/>
                <a:ea typeface="Source Sans 3"/>
              </a:rPr>
              <a:t>"Human-in-the-loop" prinsipi: SI tövsiyə edir, insan qərar verir. Xüsusilə işə qəbul, işdənçıxarılma kimi kritik qərarlarda bu vacibdir.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Text 0"/>
          <p:cNvSpPr/>
          <p:nvPr/>
        </p:nvSpPr>
        <p:spPr>
          <a:xfrm>
            <a:off x="863640" y="1634400"/>
            <a:ext cx="12411360" cy="61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noAutofit/>
          </a:bodyPr>
          <a:p>
            <a:pPr>
              <a:lnSpc>
                <a:spcPts val="4799"/>
              </a:lnSpc>
              <a:tabLst>
                <a:tab algn="l" pos="0"/>
              </a:tabLst>
            </a:pPr>
            <a:r>
              <a:rPr b="1" lang="en-US" sz="3850" spc="-1" strike="noStrike">
                <a:solidFill>
                  <a:srgbClr val="ffffff"/>
                </a:solidFill>
                <a:latin typeface="Montserrat Bold"/>
                <a:ea typeface="Montserrat Bold"/>
              </a:rPr>
              <a:t>Tədqiqat İşi: İşçilərin İşdən Çıxmasının Proqnozu</a:t>
            </a:r>
            <a:endParaRPr b="0" lang="en-US" sz="3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4" name="Shape 1"/>
          <p:cNvSpPr/>
          <p:nvPr/>
        </p:nvSpPr>
        <p:spPr>
          <a:xfrm>
            <a:off x="708120" y="2571840"/>
            <a:ext cx="5155920" cy="3456360"/>
          </a:xfrm>
          <a:prstGeom prst="roundRect">
            <a:avLst>
              <a:gd name="adj" fmla="val 937"/>
            </a:avLst>
          </a:prstGeom>
          <a:solidFill>
            <a:srgbClr val="1d1f2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5" name="Text 2"/>
          <p:cNvSpPr/>
          <p:nvPr/>
        </p:nvSpPr>
        <p:spPr>
          <a:xfrm>
            <a:off x="924120" y="2787480"/>
            <a:ext cx="2453760" cy="30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noAutofit/>
          </a:bodyPr>
          <a:p>
            <a:pPr>
              <a:lnSpc>
                <a:spcPts val="2401"/>
              </a:lnSpc>
              <a:tabLst>
                <a:tab algn="l" pos="0"/>
              </a:tabLst>
            </a:pPr>
            <a:r>
              <a:rPr b="1" lang="en-US" sz="1900" spc="-1" strike="noStrike">
                <a:solidFill>
                  <a:srgbClr val="ffffff"/>
                </a:solidFill>
                <a:latin typeface="Montserrat Bold"/>
                <a:ea typeface="Montserrat Bold"/>
              </a:rPr>
              <a:t>Ssenari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6" name="Text 3"/>
          <p:cNvSpPr/>
          <p:nvPr/>
        </p:nvSpPr>
        <p:spPr>
          <a:xfrm>
            <a:off x="924120" y="3310200"/>
            <a:ext cx="4723920" cy="97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ts val="2551"/>
              </a:lnSpc>
              <a:tabLst>
                <a:tab algn="l" pos="0"/>
              </a:tabLst>
            </a:pPr>
            <a:r>
              <a:rPr b="0" lang="en-US" sz="1700" spc="-1" strike="noStrike">
                <a:solidFill>
                  <a:srgbClr val="e2e6e9"/>
                </a:solidFill>
                <a:latin typeface="Source Sans 3"/>
                <a:ea typeface="Source Sans 3"/>
              </a:rPr>
              <a:t>Bir şirkət işçi dövriyyəsini azaltmaq istəyir. HR departamenti SI əsaslı erkən xəbərdarlıq sistemi tətbiq edir.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7" name="Text 4"/>
          <p:cNvSpPr/>
          <p:nvPr/>
        </p:nvSpPr>
        <p:spPr>
          <a:xfrm>
            <a:off x="924120" y="4476240"/>
            <a:ext cx="4723920" cy="64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ts val="2551"/>
              </a:lnSpc>
              <a:tabLst>
                <a:tab algn="l" pos="0"/>
              </a:tabLst>
            </a:pPr>
            <a:r>
              <a:rPr b="1" lang="en-US" sz="1700" spc="-1" strike="noStrike">
                <a:solidFill>
                  <a:srgbClr val="e2e6e9"/>
                </a:solidFill>
                <a:latin typeface="Source Sans 3"/>
                <a:ea typeface="Source Sans 3"/>
              </a:rPr>
              <a:t>Məqsəd:</a:t>
            </a:r>
            <a:r>
              <a:rPr b="0" lang="en-US" sz="1700" spc="-1" strike="noStrike">
                <a:solidFill>
                  <a:srgbClr val="e2e6e9"/>
                </a:solidFill>
                <a:latin typeface="Source Sans 3"/>
                <a:ea typeface="Source Sans 3"/>
              </a:rPr>
              <a:t> Risk altındakı işçiləri erkən müəyyənləşdirərək proaktiv müdaxilə etmək.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08" name="Image 0" descr="preencoded.png"/>
          <p:cNvPicPr/>
          <p:nvPr/>
        </p:nvPicPr>
        <p:blipFill>
          <a:blip r:embed="rId1"/>
          <a:stretch/>
        </p:blipFill>
        <p:spPr>
          <a:xfrm>
            <a:off x="6243120" y="2814480"/>
            <a:ext cx="7530480" cy="2970360"/>
          </a:xfrm>
          <a:prstGeom prst="rect">
            <a:avLst/>
          </a:prstGeom>
          <a:ln w="0">
            <a:noFill/>
          </a:ln>
        </p:spPr>
      </p:pic>
      <p:sp>
        <p:nvSpPr>
          <p:cNvPr id="209" name="Text 5"/>
          <p:cNvSpPr/>
          <p:nvPr/>
        </p:nvSpPr>
        <p:spPr>
          <a:xfrm>
            <a:off x="7422840" y="3843360"/>
            <a:ext cx="1481760" cy="18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noAutofit/>
          </a:bodyPr>
          <a:p>
            <a:pPr algn="ctr">
              <a:lnSpc>
                <a:spcPts val="1451"/>
              </a:lnSpc>
              <a:tabLst>
                <a:tab algn="l" pos="0"/>
              </a:tabLst>
            </a:pPr>
            <a:r>
              <a:rPr b="1" lang="en-US" sz="1150" spc="-1" strike="noStrike">
                <a:solidFill>
                  <a:srgbClr val="ffffff"/>
                </a:solidFill>
                <a:latin typeface="Montserrat Bold"/>
                <a:ea typeface="Montserrat Bold"/>
              </a:rPr>
              <a:t>Davranış Verisi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0" name="Text 6"/>
          <p:cNvSpPr/>
          <p:nvPr/>
        </p:nvSpPr>
        <p:spPr>
          <a:xfrm>
            <a:off x="7414920" y="4086720"/>
            <a:ext cx="1497600" cy="32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ctr">
              <a:lnSpc>
                <a:spcPts val="125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2e6e9"/>
                </a:solidFill>
                <a:latin typeface="Source Sans 3"/>
                <a:ea typeface="Source Sans 3"/>
              </a:rPr>
              <a:t>Giriş sıklığı, toplantı katılımı, anketler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1" name="Text 7"/>
          <p:cNvSpPr/>
          <p:nvPr/>
        </p:nvSpPr>
        <p:spPr>
          <a:xfrm>
            <a:off x="9285120" y="4187160"/>
            <a:ext cx="1481760" cy="18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noAutofit/>
          </a:bodyPr>
          <a:p>
            <a:pPr algn="ctr">
              <a:lnSpc>
                <a:spcPts val="1451"/>
              </a:lnSpc>
              <a:tabLst>
                <a:tab algn="l" pos="0"/>
              </a:tabLst>
            </a:pPr>
            <a:r>
              <a:rPr b="1" lang="en-US" sz="1150" spc="-1" strike="noStrike">
                <a:solidFill>
                  <a:srgbClr val="ffffff"/>
                </a:solidFill>
                <a:latin typeface="Montserrat Bold"/>
                <a:ea typeface="Montserrat Bold"/>
              </a:rPr>
              <a:t>Risk Tanımlama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2" name="Text 8"/>
          <p:cNvSpPr/>
          <p:nvPr/>
        </p:nvSpPr>
        <p:spPr>
          <a:xfrm>
            <a:off x="9277200" y="4430160"/>
            <a:ext cx="1497600" cy="32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ctr">
              <a:lnSpc>
                <a:spcPts val="125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2e6e9"/>
                </a:solidFill>
                <a:latin typeface="Source Sans 3"/>
                <a:ea typeface="Source Sans 3"/>
              </a:rPr>
              <a:t>AI ile işten ayrılma olasılığı tahmini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3" name="Text 9"/>
          <p:cNvSpPr/>
          <p:nvPr/>
        </p:nvSpPr>
        <p:spPr>
          <a:xfrm>
            <a:off x="11161440" y="3843360"/>
            <a:ext cx="1497600" cy="37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ctr">
              <a:lnSpc>
                <a:spcPts val="1451"/>
              </a:lnSpc>
              <a:tabLst>
                <a:tab algn="l" pos="0"/>
              </a:tabLst>
            </a:pPr>
            <a:r>
              <a:rPr b="1" lang="en-US" sz="1150" spc="-1" strike="noStrike">
                <a:solidFill>
                  <a:srgbClr val="ffffff"/>
                </a:solidFill>
                <a:latin typeface="Montserrat Bold"/>
                <a:ea typeface="Montserrat Bold"/>
              </a:rPr>
              <a:t>Hedefli Müdahaleler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4" name="Text 10"/>
          <p:cNvSpPr/>
          <p:nvPr/>
        </p:nvSpPr>
        <p:spPr>
          <a:xfrm>
            <a:off x="11161440" y="4272120"/>
            <a:ext cx="1497600" cy="32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ctr">
              <a:lnSpc>
                <a:spcPts val="125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2e6e9"/>
                </a:solidFill>
                <a:latin typeface="Source Sans 3"/>
                <a:ea typeface="Source Sans 3"/>
              </a:rPr>
              <a:t>Teşvikler, proje değişimi, birebir konuşma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5" name="Text 11"/>
          <p:cNvSpPr/>
          <p:nvPr/>
        </p:nvSpPr>
        <p:spPr>
          <a:xfrm>
            <a:off x="863640" y="6271200"/>
            <a:ext cx="12902400" cy="32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noAutofit/>
          </a:bodyPr>
          <a:p>
            <a:pPr>
              <a:lnSpc>
                <a:spcPts val="2551"/>
              </a:lnSpc>
              <a:tabLst>
                <a:tab algn="l" pos="0"/>
              </a:tabLst>
            </a:pPr>
            <a:r>
              <a:rPr b="0" lang="en-US" sz="1700" spc="-1" strike="noStrike">
                <a:solidFill>
                  <a:srgbClr val="e2e6e9"/>
                </a:solidFill>
                <a:latin typeface="Source Sans 3"/>
                <a:ea typeface="Source Sans 3"/>
              </a:rPr>
              <a:t>Bu model şirkətlərə işçi itkisindən əvvəl müdaxilə etmək imkanı verir — nəticədə işə qəbul xərcləri azalır, komanda sabitliyi artır.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6" name="Image 0" descr="preencoded.png"/>
          <p:cNvPicPr/>
          <p:nvPr/>
        </p:nvPicPr>
        <p:blipFill>
          <a:blip r:embed="rId1"/>
          <a:stretch/>
        </p:blipFill>
        <p:spPr>
          <a:xfrm>
            <a:off x="0" y="0"/>
            <a:ext cx="5486040" cy="8229240"/>
          </a:xfrm>
          <a:prstGeom prst="rect">
            <a:avLst/>
          </a:prstGeom>
          <a:ln w="0">
            <a:noFill/>
          </a:ln>
        </p:spPr>
      </p:pic>
      <p:sp>
        <p:nvSpPr>
          <p:cNvPr id="217" name="Text 0"/>
          <p:cNvSpPr/>
          <p:nvPr/>
        </p:nvSpPr>
        <p:spPr>
          <a:xfrm>
            <a:off x="6350040" y="642240"/>
            <a:ext cx="4908240" cy="61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noAutofit/>
          </a:bodyPr>
          <a:p>
            <a:pPr>
              <a:lnSpc>
                <a:spcPts val="4799"/>
              </a:lnSpc>
              <a:tabLst>
                <a:tab algn="l" pos="0"/>
              </a:tabLst>
            </a:pPr>
            <a:r>
              <a:rPr b="1" lang="en-US" sz="3850" spc="-1" strike="noStrike">
                <a:solidFill>
                  <a:srgbClr val="ffffff"/>
                </a:solidFill>
                <a:latin typeface="Montserrat Bold"/>
                <a:ea typeface="Montserrat Bold"/>
              </a:rPr>
              <a:t>Praktik Tapşırıq</a:t>
            </a:r>
            <a:endParaRPr b="0" lang="en-US" sz="3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8" name="Text 1"/>
          <p:cNvSpPr/>
          <p:nvPr/>
        </p:nvSpPr>
        <p:spPr>
          <a:xfrm>
            <a:off x="6674040" y="1822680"/>
            <a:ext cx="7092360" cy="64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ts val="2551"/>
              </a:lnSpc>
              <a:tabLst>
                <a:tab algn="l" pos="0"/>
              </a:tabLst>
            </a:pPr>
            <a:r>
              <a:rPr b="0" lang="en-US" sz="1700" spc="-1" strike="noStrike">
                <a:solidFill>
                  <a:srgbClr val="e2e6e9"/>
                </a:solidFill>
                <a:latin typeface="Source Sans 3"/>
                <a:ea typeface="Source Sans 3"/>
              </a:rPr>
              <a:t>"Bir HR tapşırığı seçin — işə qəbul, işçilərin saxlanması və ya təlim. Süni intellekt bu prosesi necə təkmilləşdirə bilər? Hansı risklər nəzərə alınmalıdır?"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9" name="Shape 2"/>
          <p:cNvSpPr/>
          <p:nvPr/>
        </p:nvSpPr>
        <p:spPr>
          <a:xfrm>
            <a:off x="6350040" y="1579680"/>
            <a:ext cx="30240" cy="113328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0" name="Shape 3"/>
          <p:cNvSpPr/>
          <p:nvPr/>
        </p:nvSpPr>
        <p:spPr>
          <a:xfrm>
            <a:off x="6350040" y="2956320"/>
            <a:ext cx="2327760" cy="3161880"/>
          </a:xfrm>
          <a:prstGeom prst="roundRect">
            <a:avLst>
              <a:gd name="adj" fmla="val 1392"/>
            </a:avLst>
          </a:prstGeom>
          <a:solidFill>
            <a:srgbClr val="111213"/>
          </a:solidFill>
          <a:ln w="30480">
            <a:solidFill>
              <a:srgbClr val="494a4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1" name="Text 4"/>
          <p:cNvSpPr/>
          <p:nvPr/>
        </p:nvSpPr>
        <p:spPr>
          <a:xfrm>
            <a:off x="6596640" y="3202560"/>
            <a:ext cx="1835280" cy="30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noAutofit/>
          </a:bodyPr>
          <a:p>
            <a:pPr>
              <a:lnSpc>
                <a:spcPts val="2401"/>
              </a:lnSpc>
              <a:tabLst>
                <a:tab algn="l" pos="0"/>
              </a:tabLst>
            </a:pPr>
            <a:r>
              <a:rPr b="1" lang="en-US" sz="1900" spc="-1" strike="noStrike">
                <a:solidFill>
                  <a:srgbClr val="000000"/>
                </a:solidFill>
                <a:latin typeface="Montserrat Bold"/>
                <a:ea typeface="Montserrat Bold"/>
              </a:rPr>
              <a:t>🔍</a:t>
            </a:r>
            <a:r>
              <a:rPr b="1" lang="en-US" sz="1900" spc="-1" strike="noStrike">
                <a:solidFill>
                  <a:srgbClr val="e2e6e9"/>
                </a:solidFill>
                <a:latin typeface="Montserrat Bold"/>
                <a:ea typeface="Montserrat Bold"/>
              </a:rPr>
              <a:t> </a:t>
            </a:r>
            <a:r>
              <a:rPr b="1" lang="en-US" sz="1900" spc="-1" strike="noStrike">
                <a:solidFill>
                  <a:srgbClr val="e2e6e9"/>
                </a:solidFill>
                <a:latin typeface="Montserrat Bold"/>
                <a:ea typeface="Montserrat Bold"/>
              </a:rPr>
              <a:t>Seçim edin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2" name="Text 5"/>
          <p:cNvSpPr/>
          <p:nvPr/>
        </p:nvSpPr>
        <p:spPr>
          <a:xfrm>
            <a:off x="6596640" y="3638880"/>
            <a:ext cx="1835280" cy="97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ts val="2551"/>
              </a:lnSpc>
              <a:tabLst>
                <a:tab algn="l" pos="0"/>
              </a:tabLst>
            </a:pPr>
            <a:r>
              <a:rPr b="0" lang="en-US" sz="1700" spc="-1" strike="noStrike">
                <a:solidFill>
                  <a:srgbClr val="e2e6e9"/>
                </a:solidFill>
                <a:latin typeface="Source Sans 3"/>
                <a:ea typeface="Source Sans 3"/>
              </a:rPr>
              <a:t>Üç sahədən birini seçin: İşə qəbul, Saxlama, Təlim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3" name="Shape 6"/>
          <p:cNvSpPr/>
          <p:nvPr/>
        </p:nvSpPr>
        <p:spPr>
          <a:xfrm>
            <a:off x="8894160" y="2956320"/>
            <a:ext cx="2327760" cy="3161880"/>
          </a:xfrm>
          <a:prstGeom prst="roundRect">
            <a:avLst>
              <a:gd name="adj" fmla="val 1391"/>
            </a:avLst>
          </a:prstGeom>
          <a:solidFill>
            <a:srgbClr val="111213"/>
          </a:solidFill>
          <a:ln w="30480">
            <a:solidFill>
              <a:srgbClr val="494a4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4" name="Text 7"/>
          <p:cNvSpPr/>
          <p:nvPr/>
        </p:nvSpPr>
        <p:spPr>
          <a:xfrm>
            <a:off x="9140400" y="3202560"/>
            <a:ext cx="1835280" cy="61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ts val="2401"/>
              </a:lnSpc>
              <a:tabLst>
                <a:tab algn="l" pos="0"/>
              </a:tabLst>
            </a:pPr>
            <a:r>
              <a:rPr b="1" lang="en-US" sz="1900" spc="-1" strike="noStrike">
                <a:solidFill>
                  <a:srgbClr val="000000"/>
                </a:solidFill>
                <a:latin typeface="Montserrat Bold"/>
                <a:ea typeface="Montserrat Bold"/>
              </a:rPr>
              <a:t>🤖</a:t>
            </a:r>
            <a:r>
              <a:rPr b="1" lang="en-US" sz="1900" spc="-1" strike="noStrike">
                <a:solidFill>
                  <a:srgbClr val="e2e6e9"/>
                </a:solidFill>
                <a:latin typeface="Montserrat Bold"/>
                <a:ea typeface="Montserrat Bold"/>
              </a:rPr>
              <a:t> </a:t>
            </a:r>
            <a:r>
              <a:rPr b="1" lang="en-US" sz="1900" spc="-1" strike="noStrike">
                <a:solidFill>
                  <a:srgbClr val="e2e6e9"/>
                </a:solidFill>
                <a:latin typeface="Montserrat Bold"/>
                <a:ea typeface="Montserrat Bold"/>
              </a:rPr>
              <a:t>SI Həllini Dizayn edin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5" name="Text 8"/>
          <p:cNvSpPr/>
          <p:nvPr/>
        </p:nvSpPr>
        <p:spPr>
          <a:xfrm>
            <a:off x="9140400" y="3945600"/>
            <a:ext cx="1835280" cy="129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ts val="2551"/>
              </a:lnSpc>
              <a:tabLst>
                <a:tab algn="l" pos="0"/>
              </a:tabLst>
            </a:pPr>
            <a:r>
              <a:rPr b="0" lang="en-US" sz="1700" spc="-1" strike="noStrike">
                <a:solidFill>
                  <a:srgbClr val="e2e6e9"/>
                </a:solidFill>
                <a:latin typeface="Source Sans 3"/>
                <a:ea typeface="Source Sans 3"/>
              </a:rPr>
              <a:t>Hansı məlumatlar istifadə olunacaq? SI nə edəcək? Çıxış nəticəsi nə olacaq?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6" name="Shape 9"/>
          <p:cNvSpPr/>
          <p:nvPr/>
        </p:nvSpPr>
        <p:spPr>
          <a:xfrm>
            <a:off x="11438280" y="2956320"/>
            <a:ext cx="2327760" cy="3161880"/>
          </a:xfrm>
          <a:prstGeom prst="roundRect">
            <a:avLst>
              <a:gd name="adj" fmla="val 1391"/>
            </a:avLst>
          </a:prstGeom>
          <a:solidFill>
            <a:srgbClr val="111213"/>
          </a:solidFill>
          <a:ln w="30480">
            <a:solidFill>
              <a:srgbClr val="494a4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7" name="Text 10"/>
          <p:cNvSpPr/>
          <p:nvPr/>
        </p:nvSpPr>
        <p:spPr>
          <a:xfrm>
            <a:off x="11684520" y="3202560"/>
            <a:ext cx="1835280" cy="91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ts val="2401"/>
              </a:lnSpc>
              <a:tabLst>
                <a:tab algn="l" pos="0"/>
              </a:tabLst>
            </a:pPr>
            <a:r>
              <a:rPr b="1" lang="en-US" sz="1900" spc="-1" strike="noStrike">
                <a:solidFill>
                  <a:srgbClr val="000000"/>
                </a:solidFill>
                <a:latin typeface="Montserrat Bold"/>
                <a:ea typeface="Montserrat Bold"/>
              </a:rPr>
              <a:t>⚠️</a:t>
            </a:r>
            <a:r>
              <a:rPr b="1" lang="en-US" sz="1900" spc="-1" strike="noStrike">
                <a:solidFill>
                  <a:srgbClr val="e2e6e9"/>
                </a:solidFill>
                <a:latin typeface="Montserrat Bold"/>
                <a:ea typeface="Montserrat Bold"/>
              </a:rPr>
              <a:t> </a:t>
            </a:r>
            <a:r>
              <a:rPr b="1" lang="en-US" sz="1900" spc="-1" strike="noStrike">
                <a:solidFill>
                  <a:srgbClr val="e2e6e9"/>
                </a:solidFill>
                <a:latin typeface="Montserrat Bold"/>
                <a:ea typeface="Montserrat Bold"/>
              </a:rPr>
              <a:t>Riskləri Qiymətləndirin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8" name="Text 11"/>
          <p:cNvSpPr/>
          <p:nvPr/>
        </p:nvSpPr>
        <p:spPr>
          <a:xfrm>
            <a:off x="11684520" y="4252320"/>
            <a:ext cx="1835280" cy="161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ts val="2551"/>
              </a:lnSpc>
              <a:tabLst>
                <a:tab algn="l" pos="0"/>
              </a:tabLst>
            </a:pPr>
            <a:r>
              <a:rPr b="0" lang="en-US" sz="1700" spc="-1" strike="noStrike">
                <a:solidFill>
                  <a:srgbClr val="e2e6e9"/>
                </a:solidFill>
                <a:latin typeface="Source Sans 3"/>
                <a:ea typeface="Source Sans 3"/>
              </a:rPr>
              <a:t>Etik, hüquqi və təşkilati riskləri müəyyənləşdirin və azaldılması yollarını təklif edin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9" name="Shape 12"/>
          <p:cNvSpPr/>
          <p:nvPr/>
        </p:nvSpPr>
        <p:spPr>
          <a:xfrm>
            <a:off x="6350040" y="6334200"/>
            <a:ext cx="7416000" cy="1252440"/>
          </a:xfrm>
          <a:prstGeom prst="roundRect">
            <a:avLst>
              <a:gd name="adj" fmla="val 2586"/>
            </a:avLst>
          </a:prstGeom>
          <a:solidFill>
            <a:srgbClr val="111213"/>
          </a:solidFill>
          <a:ln w="30480">
            <a:solidFill>
              <a:srgbClr val="494a4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0" name="Text 13"/>
          <p:cNvSpPr/>
          <p:nvPr/>
        </p:nvSpPr>
        <p:spPr>
          <a:xfrm>
            <a:off x="6596640" y="6580800"/>
            <a:ext cx="2453760" cy="30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noAutofit/>
          </a:bodyPr>
          <a:p>
            <a:pPr>
              <a:lnSpc>
                <a:spcPts val="2401"/>
              </a:lnSpc>
              <a:tabLst>
                <a:tab algn="l" pos="0"/>
              </a:tabLst>
            </a:pPr>
            <a:r>
              <a:rPr b="1" lang="en-US" sz="1900" spc="-1" strike="noStrike">
                <a:solidFill>
                  <a:srgbClr val="000000"/>
                </a:solidFill>
                <a:latin typeface="Montserrat Bold"/>
                <a:ea typeface="Montserrat Bold"/>
              </a:rPr>
              <a:t>📢</a:t>
            </a:r>
            <a:r>
              <a:rPr b="1" lang="en-US" sz="1900" spc="-1" strike="noStrike">
                <a:solidFill>
                  <a:srgbClr val="e2e6e9"/>
                </a:solidFill>
                <a:latin typeface="Montserrat Bold"/>
                <a:ea typeface="Montserrat Bold"/>
              </a:rPr>
              <a:t> </a:t>
            </a:r>
            <a:r>
              <a:rPr b="1" lang="en-US" sz="1900" spc="-1" strike="noStrike">
                <a:solidFill>
                  <a:srgbClr val="e2e6e9"/>
                </a:solidFill>
                <a:latin typeface="Montserrat Bold"/>
                <a:ea typeface="Montserrat Bold"/>
              </a:rPr>
              <a:t>Təqdim edin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1" name="Text 14"/>
          <p:cNvSpPr/>
          <p:nvPr/>
        </p:nvSpPr>
        <p:spPr>
          <a:xfrm>
            <a:off x="6596640" y="7017120"/>
            <a:ext cx="6923520" cy="32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noAutofit/>
          </a:bodyPr>
          <a:p>
            <a:pPr>
              <a:lnSpc>
                <a:spcPts val="2551"/>
              </a:lnSpc>
              <a:tabLst>
                <a:tab algn="l" pos="0"/>
              </a:tabLst>
            </a:pPr>
            <a:r>
              <a:rPr b="0" lang="en-US" sz="1700" spc="-1" strike="noStrike">
                <a:solidFill>
                  <a:srgbClr val="e2e6e9"/>
                </a:solidFill>
                <a:latin typeface="Source Sans 3"/>
                <a:ea typeface="Source Sans 3"/>
              </a:rPr>
              <a:t>Qrupunuzun həllini sinifə 3-5 dəqiqə ərzində izah edin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"/>
          <p:cNvSpPr/>
          <p:nvPr/>
        </p:nvSpPr>
        <p:spPr>
          <a:xfrm>
            <a:off x="5029200" y="84600"/>
            <a:ext cx="3429000" cy="600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en-US" sz="2950" spc="-1" strike="noStrike">
                <a:solidFill>
                  <a:srgbClr val="ffffff"/>
                </a:solidFill>
                <a:latin typeface="Montserrat Bold"/>
                <a:ea typeface="Montserrat Bold"/>
              </a:rPr>
              <a:t>Test Tapşırığı L10</a:t>
            </a:r>
            <a:endParaRPr b="0" lang="en-US" sz="295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33" name="" descr=""/>
          <p:cNvPicPr/>
          <p:nvPr/>
        </p:nvPicPr>
        <p:blipFill>
          <a:blip r:embed="rId1"/>
          <a:stretch/>
        </p:blipFill>
        <p:spPr>
          <a:xfrm>
            <a:off x="3239640" y="685800"/>
            <a:ext cx="7275960" cy="727596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5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6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7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8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9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10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1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1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13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Application>LibreOffice/24.2.7.2$Linux_X86_64 LibreOffice_project/420$Build-2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2026-03-27T15:13:55Z</dcterms:created>
  <dc:creator/>
  <dc:description/>
  <dc:language>en-US</dc:language>
  <cp:lastModifiedBy/>
  <dcterms:modified xsi:type="dcterms:W3CDTF">2026-03-27T19:23:48Z</dcterms:modified>
  <cp:revision>2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i4>11</vt:i4>
  </property>
  <property fmtid="{D5CDD505-2E9C-101B-9397-08002B2CF9AE}" pid="3" name="PresentationFormat">
    <vt:lpwstr>On-screen Show (16:9)</vt:lpwstr>
  </property>
  <property fmtid="{D5CDD505-2E9C-101B-9397-08002B2CF9AE}" pid="4" name="Slides">
    <vt:i4>11</vt:i4>
  </property>
</Properties>
</file>