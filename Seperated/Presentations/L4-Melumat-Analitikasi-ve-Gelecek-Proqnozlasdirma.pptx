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_rels/slideMaster12.xml.rels" ContentType="application/vnd.openxmlformats-package.relationships+xml"/>
  <Override PartName="/ppt/slideMasters/_rels/slideMaster6.xml.rels" ContentType="application/vnd.openxmlformats-package.relationships+xml"/>
  <Override PartName="/ppt/slideMasters/_rels/slideMaster11.xml.rels" ContentType="application/vnd.openxmlformats-package.relationships+xml"/>
  <Override PartName="/ppt/slideMasters/_rels/slideMaster5.xml.rels" ContentType="application/vnd.openxmlformats-package.relationships+xml"/>
  <Override PartName="/ppt/slideMasters/_rels/slideMaster10.xml.rels" ContentType="application/vnd.openxmlformats-package.relationships+xml"/>
  <Override PartName="/ppt/slideMasters/_rels/slideMaster4.xml.rels" ContentType="application/vnd.openxmlformats-package.relationships+xml"/>
  <Override PartName="/ppt/slideMasters/_rels/slideMaster9.xml.rels" ContentType="application/vnd.openxmlformats-package.relationships+xml"/>
  <Override PartName="/ppt/slideMasters/_rels/slideMaster8.xml.rels" ContentType="application/vnd.openxmlformats-package.relationships+xml"/>
  <Override PartName="/ppt/slideMasters/_rels/slideMaster7.xml.rels" ContentType="application/vnd.openxmlformats-package.relationships+xml"/>
  <Override PartName="/ppt/slideMasters/_rels/slideMaster3.xml.rels" ContentType="application/vnd.openxmlformats-package.relationships+xml"/>
  <Override PartName="/ppt/slideMasters/_rels/slideMaster2.xml.rels" ContentType="application/vnd.openxmlformats-package.relationships+xml"/>
  <Override PartName="/ppt/slideMasters/_rels/slideMaster1.xml.rels" ContentType="application/vnd.openxmlformats-package.relationship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Masters/slideMaster12.xml" ContentType="application/vnd.openxmlformats-officedocument.presentationml.slideMaster+xml"/>
  <Override PartName="/ppt/presProps.xml" ContentType="application/vnd.openxmlformats-officedocument.presentationml.presProps+xml"/>
  <Override PartName="/ppt/theme/theme1.xml" ContentType="application/vnd.openxmlformats-officedocument.theme+xml"/>
  <Override PartName="/ppt/theme/theme11.xml" ContentType="application/vnd.openxmlformats-officedocument.theme+xml"/>
  <Override PartName="/ppt/theme/theme2.xml" ContentType="application/vnd.openxmlformats-officedocument.theme+xml"/>
  <Override PartName="/ppt/theme/theme12.xml" ContentType="application/vnd.openxmlformats-officedocument.theme+xml"/>
  <Override PartName="/ppt/theme/theme3.xml" ContentType="application/vnd.openxmlformats-officedocument.theme+xml"/>
  <Override PartName="/ppt/theme/theme1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Override PartName="/ppt/theme/theme10.xml" ContentType="application/vnd.openxmlformats-officedocument.theme+xml"/>
  <Override PartName="/ppt/slideLayouts/_rels/slideLayout9.xml.rels" ContentType="application/vnd.openxmlformats-package.relationships+xml"/>
  <Override PartName="/ppt/slideLayouts/_rels/slideLayout8.xml.rels" ContentType="application/vnd.openxmlformats-package.relationships+xml"/>
  <Override PartName="/ppt/slideLayouts/_rels/slideLayout12.xml.rels" ContentType="application/vnd.openxmlformats-package.relationships+xml"/>
  <Override PartName="/ppt/slideLayouts/_rels/slideLayout4.xml.rels" ContentType="application/vnd.openxmlformats-package.relationships+xml"/>
  <Override PartName="/ppt/slideLayouts/_rels/slideLayout7.xml.rels" ContentType="application/vnd.openxmlformats-package.relationships+xml"/>
  <Override PartName="/ppt/slideLayouts/_rels/slideLayout11.xml.rels" ContentType="application/vnd.openxmlformats-package.relationships+xml"/>
  <Override PartName="/ppt/slideLayouts/_rels/slideLayout3.xml.rels" ContentType="application/vnd.openxmlformats-package.relationships+xml"/>
  <Override PartName="/ppt/slideLayouts/_rels/slideLayout6.xml.rels" ContentType="application/vnd.openxmlformats-package.relationships+xml"/>
  <Override PartName="/ppt/slideLayouts/_rels/slideLayout10.xml.rels" ContentType="application/vnd.openxmlformats-package.relationships+xml"/>
  <Override PartName="/ppt/slideLayouts/_rels/slideLayout2.xml.rels" ContentType="application/vnd.openxmlformats-package.relationships+xml"/>
  <Override PartName="/ppt/slideLayouts/_rels/slideLayout5.xml.rels" ContentType="application/vnd.openxmlformats-package.relationships+xml"/>
  <Override PartName="/ppt/slideLayouts/_rels/slideLayout1.xml.rels" ContentType="application/vnd.openxmlformats-package.relationship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10.xml" ContentType="application/vnd.openxmlformats-officedocument.presentationml.slideLayout+xml"/>
  <Override PartName="/ppt/slideLayouts/slideLayout6.xml" ContentType="application/vnd.openxmlformats-officedocument.presentationml.slideLayout+xml"/>
  <Override PartName="/ppt/slideLayouts/slideLayout11.xml" ContentType="application/vnd.openxmlformats-officedocument.presentationml.slideLayout+xml"/>
  <Override PartName="/ppt/slideLayouts/slideLayout7.xml" ContentType="application/vnd.openxmlformats-officedocument.presentationml.slideLayout+xml"/>
  <Override PartName="/ppt/slideLayouts/slideLayout12.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_rels/presentation.xml.rels" ContentType="application/vnd.openxmlformats-package.relationships+xml"/>
  <Override PartName="/ppt/notesMasters/_rels/notesMaster1.xml.rels" ContentType="application/vnd.openxmlformats-package.relationships+xml"/>
  <Override PartName="/ppt/notesMasters/notesMaster1.xml" ContentType="application/vnd.openxmlformats-officedocument.presentationml.notesMaster+xml"/>
  <Override PartName="/ppt/media/image29.png" ContentType="image/png"/>
  <Override PartName="/ppt/media/image27.png" ContentType="image/png"/>
  <Override PartName="/ppt/media/image26.png" ContentType="image/png"/>
  <Override PartName="/ppt/media/image13.svg" ContentType="image/svg"/>
  <Override PartName="/ppt/media/image24.png" ContentType="image/png"/>
  <Override PartName="/ppt/media/image22.png" ContentType="image/png"/>
  <Override PartName="/ppt/media/image19.png" ContentType="image/png"/>
  <Override PartName="/ppt/media/image28.svg" ContentType="image/svg"/>
  <Override PartName="/ppt/media/image9.png" ContentType="image/png"/>
  <Override PartName="/ppt/media/image17.png" ContentType="image/png"/>
  <Override PartName="/ppt/media/image15.png" ContentType="image/png"/>
  <Override PartName="/ppt/media/image21.svg" ContentType="image/svg"/>
  <Override PartName="/ppt/media/image2.png" ContentType="image/png"/>
  <Override PartName="/ppt/media/image1.png" ContentType="image/png"/>
  <Override PartName="/ppt/media/image33.png" ContentType="image/png"/>
  <Override PartName="/ppt/media/image16.png" ContentType="image/png"/>
  <Override PartName="/ppt/media/image8.svg" ContentType="image/svg"/>
  <Override PartName="/ppt/media/image7.png" ContentType="image/png"/>
  <Override PartName="/ppt/media/image39.png" ContentType="image/png"/>
  <Override PartName="/ppt/media/image11.png" ContentType="image/png"/>
  <Override PartName="/ppt/media/image48.png" ContentType="image/png"/>
  <Override PartName="/ppt/media/image25.svg" ContentType="image/svg"/>
  <Override PartName="/ppt/media/image32.svg" ContentType="image/svg"/>
  <Override PartName="/ppt/media/image45.png" ContentType="image/png"/>
  <Override PartName="/ppt/media/image34.svg" ContentType="image/svg"/>
  <Override PartName="/ppt/media/image30.svg" ContentType="image/svg"/>
  <Override PartName="/ppt/media/image43.png" ContentType="image/png"/>
  <Override PartName="/ppt/media/image31.png" ContentType="image/png"/>
  <Override PartName="/ppt/media/image40.svg" ContentType="image/svg"/>
  <Override PartName="/ppt/media/image41.png" ContentType="image/png"/>
  <Override PartName="/ppt/media/image44.png" ContentType="image/png"/>
  <Override PartName="/ppt/media/image46.png" ContentType="image/png"/>
  <Override PartName="/ppt/media/image50.png" ContentType="image/png"/>
  <Override PartName="/ppt/media/image42.png" ContentType="image/png"/>
  <Override PartName="/ppt/media/image51.svg" ContentType="image/svg"/>
  <Override PartName="/ppt/media/image38.svg" ContentType="image/svg"/>
  <Override PartName="/ppt/media/image6.svg" ContentType="image/svg"/>
  <Override PartName="/ppt/media/image14.png" ContentType="image/png"/>
  <Override PartName="/ppt/media/image5.png" ContentType="image/png"/>
  <Override PartName="/ppt/media/image37.png" ContentType="image/png"/>
  <Override PartName="/ppt/media/image49.png" ContentType="image/png"/>
  <Override PartName="/ppt/media/image36.svg" ContentType="image/svg"/>
  <Override PartName="/ppt/media/image4.svg" ContentType="image/svg"/>
  <Override PartName="/ppt/media/image12.png" ContentType="image/png"/>
  <Override PartName="/ppt/media/image23.svg" ContentType="image/svg"/>
  <Override PartName="/ppt/media/image3.png" ContentType="image/png"/>
  <Override PartName="/ppt/media/image35.png" ContentType="image/png"/>
  <Override PartName="/ppt/media/image47.svg" ContentType="image/svg"/>
  <Override PartName="/ppt/media/image10.svg" ContentType="image/svg"/>
  <Override PartName="/ppt/media/image18.png" ContentType="image/png"/>
  <Override PartName="/ppt/media/image20.png" ContentType="image/png"/>
  <Override PartName="/ppt/slides/slide1.xml" ContentType="application/vnd.openxmlformats-officedocument.presentationml.slide+xml"/>
  <Override PartName="/ppt/slides/_rels/slide12.xml.rels" ContentType="application/vnd.openxmlformats-package.relationships+xml"/>
  <Override PartName="/ppt/slides/_rels/slide9.xml.rels" ContentType="application/vnd.openxmlformats-package.relationships+xml"/>
  <Override PartName="/ppt/slides/_rels/slide11.xml.rels" ContentType="application/vnd.openxmlformats-package.relationships+xml"/>
  <Override PartName="/ppt/slides/_rels/slide8.xml.rels" ContentType="application/vnd.openxmlformats-package.relationships+xml"/>
  <Override PartName="/ppt/slides/_rels/slide10.xml.rels" ContentType="application/vnd.openxmlformats-package.relationships+xml"/>
  <Override PartName="/ppt/slides/_rels/slide7.xml.rels" ContentType="application/vnd.openxmlformats-package.relationships+xml"/>
  <Override PartName="/ppt/slides/_rels/slide6.xml.rels" ContentType="application/vnd.openxmlformats-package.relationships+xml"/>
  <Override PartName="/ppt/slides/_rels/slide5.xml.rels" ContentType="application/vnd.openxmlformats-package.relationships+xml"/>
  <Override PartName="/ppt/slides/_rels/slide4.xml.rels" ContentType="application/vnd.openxmlformats-package.relationships+xml"/>
  <Override PartName="/ppt/slides/_rels/slide3.xml.rels" ContentType="application/vnd.openxmlformats-package.relationships+xml"/>
  <Override PartName="/ppt/slides/_rels/slide2.xml.rels" ContentType="application/vnd.openxmlformats-package.relationships+xml"/>
  <Override PartName="/ppt/slides/_rels/slide1.xml.rels" ContentType="application/vnd.openxmlformats-package.relationships+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10.xml" ContentType="application/vnd.openxmlformats-officedocument.presentationml.slide+xml"/>
  <Override PartName="/ppt/slides/slide8.xml" ContentType="application/vnd.openxmlformats-officedocument.presentationml.slide+xml"/>
  <Override PartName="/ppt/slides/slide11.xml" ContentType="application/vnd.openxmlformats-officedocument.presentationml.slide+xml"/>
  <Override PartName="/ppt/slides/slide9.xml" ContentType="application/vnd.openxmlformats-officedocument.presentationml.slide+xml"/>
  <Override PartName="/ppt/slides/slide12.xml" ContentType="application/vnd.openxmlformats-officedocument.presentationml.sl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10.xml" ContentType="application/vnd.openxmlformats-officedocument.presentationml.notesSlide+xml"/>
  <Override PartName="/ppt/notesSlides/_rels/notesSlide11.xml.rels" ContentType="application/vnd.openxmlformats-package.relationships+xml"/>
  <Override PartName="/ppt/notesSlides/_rels/notesSlide4.xml.rels" ContentType="application/vnd.openxmlformats-package.relationships+xml"/>
  <Override PartName="/ppt/notesSlides/_rels/notesSlide9.xml.rels" ContentType="application/vnd.openxmlformats-package.relationships+xml"/>
  <Override PartName="/ppt/notesSlides/_rels/notesSlide10.xml.rels" ContentType="application/vnd.openxmlformats-package.relationships+xml"/>
  <Override PartName="/ppt/notesSlides/_rels/notesSlide3.xml.rels" ContentType="application/vnd.openxmlformats-package.relationships+xml"/>
  <Override PartName="/ppt/notesSlides/_rels/notesSlide8.xml.rels" ContentType="application/vnd.openxmlformats-package.relationships+xml"/>
  <Override PartName="/ppt/notesSlides/_rels/notesSlide7.xml.rels" ContentType="application/vnd.openxmlformats-package.relationships+xml"/>
  <Override PartName="/ppt/notesSlides/_rels/notesSlide6.xml.rels" ContentType="application/vnd.openxmlformats-package.relationships+xml"/>
  <Override PartName="/ppt/notesSlides/_rels/notesSlide5.xml.rels" ContentType="application/vnd.openxmlformats-package.relationships+xml"/>
  <Override PartName="/ppt/notesSlides/_rels/notesSlide2.xml.rels" ContentType="application/vnd.openxmlformats-package.relationships+xml"/>
  <Override PartName="/ppt/notesSlides/_rels/notesSlide1.xml.rels" ContentType="application/vnd.openxmlformats-package.relationships+xml"/>
  <Override PartName="/ppt/notesSlides/notesSlide9.xml" ContentType="application/vnd.openxmlformats-officedocument.presentationml.notesSlide+xml"/>
  <Override PartName="/ppt/notesSlides/notesSlide11.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50" r:id="rId3"/>
    <p:sldMasterId id="2147483652" r:id="rId4"/>
    <p:sldMasterId id="2147483654" r:id="rId5"/>
    <p:sldMasterId id="2147483656" r:id="rId6"/>
    <p:sldMasterId id="2147483658" r:id="rId7"/>
    <p:sldMasterId id="2147483660" r:id="rId8"/>
    <p:sldMasterId id="2147483662" r:id="rId9"/>
    <p:sldMasterId id="2147483664" r:id="rId10"/>
    <p:sldMasterId id="2147483666" r:id="rId11"/>
    <p:sldMasterId id="2147483668" r:id="rId12"/>
    <p:sldMasterId id="2147483670" r:id="rId13"/>
  </p:sldMasterIdLst>
  <p:notesMasterIdLst>
    <p:notesMasterId r:id="rId14"/>
  </p:notesMasterIdLst>
  <p:sldIdLst>
    <p:sldId id="256" r:id="rId15"/>
    <p:sldId id="257" r:id="rId16"/>
    <p:sldId id="258" r:id="rId17"/>
    <p:sldId id="259" r:id="rId18"/>
    <p:sldId id="260" r:id="rId19"/>
    <p:sldId id="261" r:id="rId20"/>
    <p:sldId id="262" r:id="rId21"/>
    <p:sldId id="263" r:id="rId22"/>
    <p:sldId id="264" r:id="rId23"/>
    <p:sldId id="265" r:id="rId24"/>
    <p:sldId id="266" r:id="rId25"/>
    <p:sldId id="267" r:id="rId26"/>
  </p:sldIdLst>
  <p:sldSz cx="14630400" cy="8229600"/>
  <p:notesSz cx="8229600" cy="146304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Master" Target="slideMasters/slideMaster4.xml"/><Relationship Id="rId6" Type="http://schemas.openxmlformats.org/officeDocument/2006/relationships/slideMaster" Target="slideMasters/slideMaster5.xml"/><Relationship Id="rId7" Type="http://schemas.openxmlformats.org/officeDocument/2006/relationships/slideMaster" Target="slideMasters/slideMaster6.xml"/><Relationship Id="rId8" Type="http://schemas.openxmlformats.org/officeDocument/2006/relationships/slideMaster" Target="slideMasters/slideMaster7.xml"/><Relationship Id="rId9" Type="http://schemas.openxmlformats.org/officeDocument/2006/relationships/slideMaster" Target="slideMasters/slideMaster8.xml"/><Relationship Id="rId10" Type="http://schemas.openxmlformats.org/officeDocument/2006/relationships/slideMaster" Target="slideMasters/slideMaster9.xml"/><Relationship Id="rId11" Type="http://schemas.openxmlformats.org/officeDocument/2006/relationships/slideMaster" Target="slideMasters/slideMaster10.xml"/><Relationship Id="rId12" Type="http://schemas.openxmlformats.org/officeDocument/2006/relationships/slideMaster" Target="slideMasters/slideMaster11.xml"/><Relationship Id="rId13" Type="http://schemas.openxmlformats.org/officeDocument/2006/relationships/slideMaster" Target="slideMasters/slideMaster12.xml"/><Relationship Id="rId14" Type="http://schemas.openxmlformats.org/officeDocument/2006/relationships/notesMaster" Target="notesMasters/notesMaster1.xml"/><Relationship Id="rId15" Type="http://schemas.openxmlformats.org/officeDocument/2006/relationships/slide" Target="slides/slide1.xml"/><Relationship Id="rId16" Type="http://schemas.openxmlformats.org/officeDocument/2006/relationships/slide" Target="slides/slide2.xml"/><Relationship Id="rId17" Type="http://schemas.openxmlformats.org/officeDocument/2006/relationships/slide" Target="slides/slide3.xml"/><Relationship Id="rId18" Type="http://schemas.openxmlformats.org/officeDocument/2006/relationships/slide" Target="slides/slide4.xml"/><Relationship Id="rId19" Type="http://schemas.openxmlformats.org/officeDocument/2006/relationships/slide" Target="slides/slide5.xml"/><Relationship Id="rId20" Type="http://schemas.openxmlformats.org/officeDocument/2006/relationships/slide" Target="slides/slide6.xml"/><Relationship Id="rId21" Type="http://schemas.openxmlformats.org/officeDocument/2006/relationships/slide" Target="slides/slide7.xml"/><Relationship Id="rId22" Type="http://schemas.openxmlformats.org/officeDocument/2006/relationships/slide" Target="slides/slide8.xml"/><Relationship Id="rId23" Type="http://schemas.openxmlformats.org/officeDocument/2006/relationships/slide" Target="slides/slide9.xml"/><Relationship Id="rId24" Type="http://schemas.openxmlformats.org/officeDocument/2006/relationships/slide" Target="slides/slide10.xml"/><Relationship Id="rId25" Type="http://schemas.openxmlformats.org/officeDocument/2006/relationships/slide" Target="slides/slide11.xml"/><Relationship Id="rId26" Type="http://schemas.openxmlformats.org/officeDocument/2006/relationships/slide" Target="slides/slide12.xml"/><Relationship Id="rId27"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13.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4" name="PlaceHolder 1"/>
          <p:cNvSpPr>
            <a:spLocks noGrp="1"/>
          </p:cNvSpPr>
          <p:nvPr>
            <p:ph type="sldImg"/>
          </p:nvPr>
        </p:nvSpPr>
        <p:spPr>
          <a:xfrm>
            <a:off x="0" y="764280"/>
            <a:ext cx="0" cy="0"/>
          </a:xfrm>
          <a:prstGeom prst="rect">
            <a:avLst/>
          </a:prstGeom>
          <a:noFill/>
          <a:ln w="0">
            <a:noFill/>
          </a:ln>
        </p:spPr>
        <p:txBody>
          <a:bodyPr lIns="0" rIns="0" tIns="0" bIns="0" anchor="ctr">
            <a:noAutofit/>
          </a:bodyPr>
          <a:p>
            <a:pPr algn="ctr"/>
            <a:r>
              <a:rPr b="0" lang="en-US" sz="4400" spc="-1" strike="noStrike">
                <a:solidFill>
                  <a:srgbClr val="000000"/>
                </a:solidFill>
                <a:latin typeface="Arial"/>
              </a:rPr>
              <a:t>Click to move the slide</a:t>
            </a:r>
            <a:endParaRPr b="0" lang="en-US" sz="4400" spc="-1" strike="noStrike">
              <a:solidFill>
                <a:srgbClr val="000000"/>
              </a:solidFill>
              <a:latin typeface="Arial"/>
            </a:endParaRPr>
          </a:p>
        </p:txBody>
      </p:sp>
      <p:sp>
        <p:nvSpPr>
          <p:cNvPr id="45" name="PlaceHolder 2"/>
          <p:cNvSpPr>
            <a:spLocks noGrp="1"/>
          </p:cNvSpPr>
          <p:nvPr>
            <p:ph type="body"/>
          </p:nvPr>
        </p:nvSpPr>
        <p:spPr>
          <a:xfrm>
            <a:off x="777240" y="4777560"/>
            <a:ext cx="6217560" cy="4525920"/>
          </a:xfrm>
          <a:prstGeom prst="rect">
            <a:avLst/>
          </a:prstGeom>
          <a:noFill/>
          <a:ln w="0">
            <a:noFill/>
          </a:ln>
        </p:spPr>
        <p:txBody>
          <a:bodyPr lIns="0" rIns="0" tIns="0" bIns="0" anchor="t">
            <a:noAutofit/>
          </a:bodyPr>
          <a:p>
            <a:pPr marL="216000" indent="-216000">
              <a:buNone/>
            </a:pPr>
            <a:r>
              <a:rPr b="0" lang="en-US" sz="2000" spc="-1" strike="noStrike">
                <a:solidFill>
                  <a:srgbClr val="000000"/>
                </a:solidFill>
                <a:latin typeface="Arial"/>
              </a:rPr>
              <a:t>Click to edit the notes format</a:t>
            </a:r>
            <a:endParaRPr b="0" lang="en-US" sz="2000" spc="-1" strike="noStrike">
              <a:solidFill>
                <a:srgbClr val="000000"/>
              </a:solidFill>
              <a:latin typeface="Arial"/>
            </a:endParaRPr>
          </a:p>
        </p:txBody>
      </p:sp>
      <p:sp>
        <p:nvSpPr>
          <p:cNvPr id="46" name="PlaceHolder 3"/>
          <p:cNvSpPr>
            <a:spLocks noGrp="1"/>
          </p:cNvSpPr>
          <p:nvPr>
            <p:ph type="hdr"/>
          </p:nvPr>
        </p:nvSpPr>
        <p:spPr>
          <a:xfrm>
            <a:off x="0" y="0"/>
            <a:ext cx="3372840" cy="502560"/>
          </a:xfrm>
          <a:prstGeom prst="rect">
            <a:avLst/>
          </a:prstGeom>
          <a:noFill/>
          <a:ln w="0">
            <a:noFill/>
          </a:ln>
        </p:spPr>
        <p:txBody>
          <a:bodyPr lIns="0" rIns="0" tIns="0" bIns="0" anchor="t">
            <a:noAutofit/>
          </a:bodyPr>
          <a:p>
            <a:pPr indent="0">
              <a:buNone/>
            </a:pPr>
            <a:r>
              <a:rPr b="0" lang="en-US" sz="1400" spc="-1" strike="noStrike">
                <a:solidFill>
                  <a:srgbClr val="000000"/>
                </a:solidFill>
                <a:latin typeface="Times New Roman"/>
              </a:rPr>
              <a:t>&lt;header&gt;</a:t>
            </a:r>
            <a:endParaRPr b="0" lang="en-US" sz="1400" spc="-1" strike="noStrike">
              <a:solidFill>
                <a:srgbClr val="000000"/>
              </a:solidFill>
              <a:latin typeface="Times New Roman"/>
            </a:endParaRPr>
          </a:p>
        </p:txBody>
      </p:sp>
      <p:sp>
        <p:nvSpPr>
          <p:cNvPr id="47" name="PlaceHolder 4"/>
          <p:cNvSpPr>
            <a:spLocks noGrp="1"/>
          </p:cNvSpPr>
          <p:nvPr>
            <p:ph type="dt" idx="1"/>
          </p:nvPr>
        </p:nvSpPr>
        <p:spPr>
          <a:xfrm>
            <a:off x="4399200" y="0"/>
            <a:ext cx="3372840" cy="502560"/>
          </a:xfrm>
          <a:prstGeom prst="rect">
            <a:avLst/>
          </a:prstGeom>
          <a:noFill/>
          <a:ln w="0">
            <a:noFill/>
          </a:ln>
        </p:spPr>
        <p:txBody>
          <a:bodyPr lIns="0" rIns="0" tIns="0" bIns="0" anchor="t">
            <a:noAutofit/>
          </a:bodyPr>
          <a:lstStyle>
            <a:lvl1pPr indent="0" algn="r">
              <a:buNone/>
              <a:defRPr b="0" lang="en-US" sz="1400" spc="-1" strike="noStrike">
                <a:solidFill>
                  <a:srgbClr val="000000"/>
                </a:solidFill>
                <a:latin typeface="Times New Roman"/>
              </a:defRPr>
            </a:lvl1pPr>
          </a:lstStyle>
          <a:p>
            <a:pPr indent="0" algn="r">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
        <p:nvSpPr>
          <p:cNvPr id="48" name="PlaceHolder 5"/>
          <p:cNvSpPr>
            <a:spLocks noGrp="1"/>
          </p:cNvSpPr>
          <p:nvPr>
            <p:ph type="ftr" idx="2"/>
          </p:nvPr>
        </p:nvSpPr>
        <p:spPr>
          <a:xfrm>
            <a:off x="0" y="9555480"/>
            <a:ext cx="3372840" cy="502560"/>
          </a:xfrm>
          <a:prstGeom prst="rect">
            <a:avLst/>
          </a:prstGeom>
          <a:noFill/>
          <a:ln w="0">
            <a:noFill/>
          </a:ln>
        </p:spPr>
        <p:txBody>
          <a:bodyPr lIns="0" rIns="0" tIns="0" bIns="0" anchor="b">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49" name="PlaceHolder 6"/>
          <p:cNvSpPr>
            <a:spLocks noGrp="1"/>
          </p:cNvSpPr>
          <p:nvPr>
            <p:ph type="sldNum" idx="3"/>
          </p:nvPr>
        </p:nvSpPr>
        <p:spPr>
          <a:xfrm>
            <a:off x="4399200" y="9555480"/>
            <a:ext cx="3372840" cy="502560"/>
          </a:xfrm>
          <a:prstGeom prst="rect">
            <a:avLst/>
          </a:prstGeom>
          <a:noFill/>
          <a:ln w="0">
            <a:noFill/>
          </a:ln>
        </p:spPr>
        <p:txBody>
          <a:bodyPr lIns="0" rIns="0" tIns="0" bIns="0" anchor="b">
            <a:noAutofit/>
          </a:bodyPr>
          <a:lstStyle>
            <a:lvl1pPr indent="0" algn="r">
              <a:buNone/>
              <a:defRPr b="0" lang="en-US" sz="1400" spc="-1" strike="noStrike">
                <a:solidFill>
                  <a:srgbClr val="000000"/>
                </a:solidFill>
                <a:latin typeface="Times New Roman"/>
              </a:defRPr>
            </a:lvl1pPr>
          </a:lstStyle>
          <a:p>
            <a:pPr indent="0" algn="r">
              <a:buNone/>
            </a:pPr>
            <a:fld id="{C84BBB8D-AD1E-4B62-85CB-548199D233CF}" type="slidenum">
              <a:rPr b="0" lang="en-US" sz="1400" spc="-1" strike="noStrike">
                <a:solidFill>
                  <a:srgbClr val="000000"/>
                </a:solidFill>
                <a:latin typeface="Times New Roman"/>
              </a:rPr>
              <a:t>&lt;number&gt;</a:t>
            </a:fld>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6" name="PlaceHolder 1"/>
          <p:cNvSpPr>
            <a:spLocks noGrp="1"/>
          </p:cNvSpPr>
          <p:nvPr>
            <p:ph type="sldImg"/>
          </p:nvPr>
        </p:nvSpPr>
        <p:spPr>
          <a:xfrm>
            <a:off x="685800" y="1143000"/>
            <a:ext cx="5485680" cy="3085560"/>
          </a:xfrm>
          <a:prstGeom prst="rect">
            <a:avLst/>
          </a:prstGeom>
          <a:ln w="0">
            <a:noFill/>
          </a:ln>
        </p:spPr>
      </p:sp>
      <p:sp>
        <p:nvSpPr>
          <p:cNvPr id="237" name="PlaceHolder 2"/>
          <p:cNvSpPr>
            <a:spLocks noGrp="1"/>
          </p:cNvSpPr>
          <p:nvPr>
            <p:ph type="body"/>
          </p:nvPr>
        </p:nvSpPr>
        <p:spPr>
          <a:xfrm>
            <a:off x="685800" y="4400640"/>
            <a:ext cx="5485680" cy="359964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238" name="PlaceHolder 3"/>
          <p:cNvSpPr>
            <a:spLocks noGrp="1"/>
          </p:cNvSpPr>
          <p:nvPr>
            <p:ph type="sldNum" idx="4"/>
          </p:nvPr>
        </p:nvSpPr>
        <p:spPr>
          <a:xfrm>
            <a:off x="3884760" y="8685360"/>
            <a:ext cx="2971080" cy="45792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en-US" sz="1200" spc="-1" strike="noStrike">
                <a:solidFill>
                  <a:srgbClr val="000000"/>
                </a:solidFill>
                <a:latin typeface="Times New Roman"/>
              </a:defRPr>
            </a:lvl1pPr>
          </a:lstStyle>
          <a:p>
            <a:pPr indent="0" algn="r">
              <a:lnSpc>
                <a:spcPct val="100000"/>
              </a:lnSpc>
              <a:buNone/>
              <a:tabLst>
                <a:tab algn="l" pos="0"/>
              </a:tabLst>
            </a:pPr>
            <a:fld id="{EB438E2A-BC41-4B8E-B149-DB6BD75D7163}"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9" name="PlaceHolder 1"/>
          <p:cNvSpPr>
            <a:spLocks noGrp="1"/>
          </p:cNvSpPr>
          <p:nvPr>
            <p:ph type="sldImg"/>
          </p:nvPr>
        </p:nvSpPr>
        <p:spPr>
          <a:xfrm>
            <a:off x="685800" y="1143000"/>
            <a:ext cx="5485680" cy="3085560"/>
          </a:xfrm>
          <a:prstGeom prst="rect">
            <a:avLst/>
          </a:prstGeom>
          <a:ln w="0">
            <a:noFill/>
          </a:ln>
        </p:spPr>
      </p:sp>
      <p:sp>
        <p:nvSpPr>
          <p:cNvPr id="240" name="PlaceHolder 2"/>
          <p:cNvSpPr>
            <a:spLocks noGrp="1"/>
          </p:cNvSpPr>
          <p:nvPr>
            <p:ph type="body"/>
          </p:nvPr>
        </p:nvSpPr>
        <p:spPr>
          <a:xfrm>
            <a:off x="685800" y="4400640"/>
            <a:ext cx="5485680" cy="359964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241" name="PlaceHolder 3"/>
          <p:cNvSpPr>
            <a:spLocks noGrp="1"/>
          </p:cNvSpPr>
          <p:nvPr>
            <p:ph type="sldNum" idx="5"/>
          </p:nvPr>
        </p:nvSpPr>
        <p:spPr>
          <a:xfrm>
            <a:off x="3884760" y="8685360"/>
            <a:ext cx="2971080" cy="45792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en-US" sz="1200" spc="-1" strike="noStrike">
                <a:solidFill>
                  <a:srgbClr val="000000"/>
                </a:solidFill>
                <a:latin typeface="Times New Roman"/>
              </a:defRPr>
            </a:lvl1pPr>
          </a:lstStyle>
          <a:p>
            <a:pPr indent="0" algn="r">
              <a:lnSpc>
                <a:spcPct val="100000"/>
              </a:lnSpc>
              <a:buNone/>
              <a:tabLst>
                <a:tab algn="l" pos="0"/>
              </a:tabLst>
            </a:pPr>
            <a:fld id="{192E4366-9AA6-4224-84BC-8FA7F534F610}"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2" name="PlaceHolder 1"/>
          <p:cNvSpPr>
            <a:spLocks noGrp="1"/>
          </p:cNvSpPr>
          <p:nvPr>
            <p:ph type="sldImg"/>
          </p:nvPr>
        </p:nvSpPr>
        <p:spPr>
          <a:xfrm>
            <a:off x="685800" y="1143000"/>
            <a:ext cx="5485680" cy="3085560"/>
          </a:xfrm>
          <a:prstGeom prst="rect">
            <a:avLst/>
          </a:prstGeom>
          <a:ln w="0">
            <a:noFill/>
          </a:ln>
        </p:spPr>
      </p:sp>
      <p:sp>
        <p:nvSpPr>
          <p:cNvPr id="243" name="PlaceHolder 2"/>
          <p:cNvSpPr>
            <a:spLocks noGrp="1"/>
          </p:cNvSpPr>
          <p:nvPr>
            <p:ph type="body"/>
          </p:nvPr>
        </p:nvSpPr>
        <p:spPr>
          <a:xfrm>
            <a:off x="685800" y="4400640"/>
            <a:ext cx="5485680" cy="359964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244" name="PlaceHolder 3"/>
          <p:cNvSpPr>
            <a:spLocks noGrp="1"/>
          </p:cNvSpPr>
          <p:nvPr>
            <p:ph type="sldNum" idx="6"/>
          </p:nvPr>
        </p:nvSpPr>
        <p:spPr>
          <a:xfrm>
            <a:off x="3884760" y="8685360"/>
            <a:ext cx="2971080" cy="45792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en-US" sz="1200" spc="-1" strike="noStrike">
                <a:solidFill>
                  <a:srgbClr val="000000"/>
                </a:solidFill>
                <a:latin typeface="Times New Roman"/>
              </a:defRPr>
            </a:lvl1pPr>
          </a:lstStyle>
          <a:p>
            <a:pPr indent="0" algn="r">
              <a:lnSpc>
                <a:spcPct val="100000"/>
              </a:lnSpc>
              <a:buNone/>
              <a:tabLst>
                <a:tab algn="l" pos="0"/>
              </a:tabLst>
            </a:pPr>
            <a:fld id="{B51497CD-F030-410E-A55B-AE210EB1C609}"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5" name="PlaceHolder 1"/>
          <p:cNvSpPr>
            <a:spLocks noGrp="1"/>
          </p:cNvSpPr>
          <p:nvPr>
            <p:ph type="sldImg"/>
          </p:nvPr>
        </p:nvSpPr>
        <p:spPr>
          <a:xfrm>
            <a:off x="685800" y="1143000"/>
            <a:ext cx="5485680" cy="3085560"/>
          </a:xfrm>
          <a:prstGeom prst="rect">
            <a:avLst/>
          </a:prstGeom>
          <a:ln w="0">
            <a:noFill/>
          </a:ln>
        </p:spPr>
      </p:sp>
      <p:sp>
        <p:nvSpPr>
          <p:cNvPr id="246" name="PlaceHolder 2"/>
          <p:cNvSpPr>
            <a:spLocks noGrp="1"/>
          </p:cNvSpPr>
          <p:nvPr>
            <p:ph type="body"/>
          </p:nvPr>
        </p:nvSpPr>
        <p:spPr>
          <a:xfrm>
            <a:off x="685800" y="4400640"/>
            <a:ext cx="5485680" cy="359964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247" name="PlaceHolder 3"/>
          <p:cNvSpPr>
            <a:spLocks noGrp="1"/>
          </p:cNvSpPr>
          <p:nvPr>
            <p:ph type="sldNum" idx="7"/>
          </p:nvPr>
        </p:nvSpPr>
        <p:spPr>
          <a:xfrm>
            <a:off x="3884760" y="8685360"/>
            <a:ext cx="2971080" cy="45792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en-US" sz="1200" spc="-1" strike="noStrike">
                <a:solidFill>
                  <a:srgbClr val="000000"/>
                </a:solidFill>
                <a:latin typeface="Times New Roman"/>
              </a:defRPr>
            </a:lvl1pPr>
          </a:lstStyle>
          <a:p>
            <a:pPr indent="0" algn="r">
              <a:lnSpc>
                <a:spcPct val="100000"/>
              </a:lnSpc>
              <a:buNone/>
              <a:tabLst>
                <a:tab algn="l" pos="0"/>
              </a:tabLst>
            </a:pPr>
            <a:fld id="{FAD5AF3F-70F7-4389-A2EC-40B01B9CAB07}"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8" name="PlaceHolder 1"/>
          <p:cNvSpPr>
            <a:spLocks noGrp="1"/>
          </p:cNvSpPr>
          <p:nvPr>
            <p:ph type="sldImg"/>
          </p:nvPr>
        </p:nvSpPr>
        <p:spPr>
          <a:xfrm>
            <a:off x="685800" y="1143000"/>
            <a:ext cx="5485680" cy="3085560"/>
          </a:xfrm>
          <a:prstGeom prst="rect">
            <a:avLst/>
          </a:prstGeom>
          <a:ln w="0">
            <a:noFill/>
          </a:ln>
        </p:spPr>
      </p:sp>
      <p:sp>
        <p:nvSpPr>
          <p:cNvPr id="249" name="PlaceHolder 2"/>
          <p:cNvSpPr>
            <a:spLocks noGrp="1"/>
          </p:cNvSpPr>
          <p:nvPr>
            <p:ph type="body"/>
          </p:nvPr>
        </p:nvSpPr>
        <p:spPr>
          <a:xfrm>
            <a:off x="685800" y="4400640"/>
            <a:ext cx="5485680" cy="359964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250" name="PlaceHolder 3"/>
          <p:cNvSpPr>
            <a:spLocks noGrp="1"/>
          </p:cNvSpPr>
          <p:nvPr>
            <p:ph type="sldNum" idx="8"/>
          </p:nvPr>
        </p:nvSpPr>
        <p:spPr>
          <a:xfrm>
            <a:off x="3884760" y="8685360"/>
            <a:ext cx="2971080" cy="45792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en-US" sz="1200" spc="-1" strike="noStrike">
                <a:solidFill>
                  <a:srgbClr val="000000"/>
                </a:solidFill>
                <a:latin typeface="Times New Roman"/>
              </a:defRPr>
            </a:lvl1pPr>
          </a:lstStyle>
          <a:p>
            <a:pPr indent="0" algn="r">
              <a:lnSpc>
                <a:spcPct val="100000"/>
              </a:lnSpc>
              <a:buNone/>
              <a:tabLst>
                <a:tab algn="l" pos="0"/>
              </a:tabLst>
            </a:pPr>
            <a:fld id="{7A96D057-E7D9-49CD-BBB3-49EA56446704}"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1" name="PlaceHolder 1"/>
          <p:cNvSpPr>
            <a:spLocks noGrp="1"/>
          </p:cNvSpPr>
          <p:nvPr>
            <p:ph type="sldImg"/>
          </p:nvPr>
        </p:nvSpPr>
        <p:spPr>
          <a:xfrm>
            <a:off x="685800" y="1143000"/>
            <a:ext cx="5485680" cy="3085560"/>
          </a:xfrm>
          <a:prstGeom prst="rect">
            <a:avLst/>
          </a:prstGeom>
          <a:ln w="0">
            <a:noFill/>
          </a:ln>
        </p:spPr>
      </p:sp>
      <p:sp>
        <p:nvSpPr>
          <p:cNvPr id="252" name="PlaceHolder 2"/>
          <p:cNvSpPr>
            <a:spLocks noGrp="1"/>
          </p:cNvSpPr>
          <p:nvPr>
            <p:ph type="body"/>
          </p:nvPr>
        </p:nvSpPr>
        <p:spPr>
          <a:xfrm>
            <a:off x="685800" y="4400640"/>
            <a:ext cx="5485680" cy="359964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253" name="PlaceHolder 3"/>
          <p:cNvSpPr>
            <a:spLocks noGrp="1"/>
          </p:cNvSpPr>
          <p:nvPr>
            <p:ph type="sldNum" idx="9"/>
          </p:nvPr>
        </p:nvSpPr>
        <p:spPr>
          <a:xfrm>
            <a:off x="3884760" y="8685360"/>
            <a:ext cx="2971080" cy="45792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en-US" sz="1200" spc="-1" strike="noStrike">
                <a:solidFill>
                  <a:srgbClr val="000000"/>
                </a:solidFill>
                <a:latin typeface="Times New Roman"/>
              </a:defRPr>
            </a:lvl1pPr>
          </a:lstStyle>
          <a:p>
            <a:pPr indent="0" algn="r">
              <a:lnSpc>
                <a:spcPct val="100000"/>
              </a:lnSpc>
              <a:buNone/>
              <a:tabLst>
                <a:tab algn="l" pos="0"/>
              </a:tabLst>
            </a:pPr>
            <a:fld id="{C6F427F9-7C19-40E2-85CD-F1398B6F309C}"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4" name="PlaceHolder 1"/>
          <p:cNvSpPr>
            <a:spLocks noGrp="1"/>
          </p:cNvSpPr>
          <p:nvPr>
            <p:ph type="sldImg"/>
          </p:nvPr>
        </p:nvSpPr>
        <p:spPr>
          <a:xfrm>
            <a:off x="685800" y="1143000"/>
            <a:ext cx="5485680" cy="3085560"/>
          </a:xfrm>
          <a:prstGeom prst="rect">
            <a:avLst/>
          </a:prstGeom>
          <a:ln w="0">
            <a:noFill/>
          </a:ln>
        </p:spPr>
      </p:sp>
      <p:sp>
        <p:nvSpPr>
          <p:cNvPr id="255" name="PlaceHolder 2"/>
          <p:cNvSpPr>
            <a:spLocks noGrp="1"/>
          </p:cNvSpPr>
          <p:nvPr>
            <p:ph type="body"/>
          </p:nvPr>
        </p:nvSpPr>
        <p:spPr>
          <a:xfrm>
            <a:off x="685800" y="4400640"/>
            <a:ext cx="5485680" cy="359964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256" name="PlaceHolder 3"/>
          <p:cNvSpPr>
            <a:spLocks noGrp="1"/>
          </p:cNvSpPr>
          <p:nvPr>
            <p:ph type="sldNum" idx="10"/>
          </p:nvPr>
        </p:nvSpPr>
        <p:spPr>
          <a:xfrm>
            <a:off x="3884760" y="8685360"/>
            <a:ext cx="2971080" cy="45792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en-US" sz="1200" spc="-1" strike="noStrike">
                <a:solidFill>
                  <a:srgbClr val="000000"/>
                </a:solidFill>
                <a:latin typeface="Times New Roman"/>
              </a:defRPr>
            </a:lvl1pPr>
          </a:lstStyle>
          <a:p>
            <a:pPr indent="0" algn="r">
              <a:lnSpc>
                <a:spcPct val="100000"/>
              </a:lnSpc>
              <a:buNone/>
              <a:tabLst>
                <a:tab algn="l" pos="0"/>
              </a:tabLst>
            </a:pPr>
            <a:fld id="{6DDB8B5F-BA6D-4F08-ADCB-E0C01D44CFBE}"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7" name="PlaceHolder 1"/>
          <p:cNvSpPr>
            <a:spLocks noGrp="1"/>
          </p:cNvSpPr>
          <p:nvPr>
            <p:ph type="sldImg"/>
          </p:nvPr>
        </p:nvSpPr>
        <p:spPr>
          <a:xfrm>
            <a:off x="685800" y="1143000"/>
            <a:ext cx="5485680" cy="3085560"/>
          </a:xfrm>
          <a:prstGeom prst="rect">
            <a:avLst/>
          </a:prstGeom>
          <a:ln w="0">
            <a:noFill/>
          </a:ln>
        </p:spPr>
      </p:sp>
      <p:sp>
        <p:nvSpPr>
          <p:cNvPr id="258" name="PlaceHolder 2"/>
          <p:cNvSpPr>
            <a:spLocks noGrp="1"/>
          </p:cNvSpPr>
          <p:nvPr>
            <p:ph type="body"/>
          </p:nvPr>
        </p:nvSpPr>
        <p:spPr>
          <a:xfrm>
            <a:off x="685800" y="4400640"/>
            <a:ext cx="5485680" cy="359964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259" name="PlaceHolder 3"/>
          <p:cNvSpPr>
            <a:spLocks noGrp="1"/>
          </p:cNvSpPr>
          <p:nvPr>
            <p:ph type="sldNum" idx="11"/>
          </p:nvPr>
        </p:nvSpPr>
        <p:spPr>
          <a:xfrm>
            <a:off x="3884760" y="8685360"/>
            <a:ext cx="2971080" cy="45792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en-US" sz="1200" spc="-1" strike="noStrike">
                <a:solidFill>
                  <a:srgbClr val="000000"/>
                </a:solidFill>
                <a:latin typeface="Times New Roman"/>
              </a:defRPr>
            </a:lvl1pPr>
          </a:lstStyle>
          <a:p>
            <a:pPr indent="0" algn="r">
              <a:lnSpc>
                <a:spcPct val="100000"/>
              </a:lnSpc>
              <a:buNone/>
              <a:tabLst>
                <a:tab algn="l" pos="0"/>
              </a:tabLst>
            </a:pPr>
            <a:fld id="{77B8EA5E-24C1-47C8-BBCB-A6CCC7C1F63C}"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0" name="PlaceHolder 1"/>
          <p:cNvSpPr>
            <a:spLocks noGrp="1"/>
          </p:cNvSpPr>
          <p:nvPr>
            <p:ph type="sldImg"/>
          </p:nvPr>
        </p:nvSpPr>
        <p:spPr>
          <a:xfrm>
            <a:off x="685800" y="1143000"/>
            <a:ext cx="5485680" cy="3085560"/>
          </a:xfrm>
          <a:prstGeom prst="rect">
            <a:avLst/>
          </a:prstGeom>
          <a:ln w="0">
            <a:noFill/>
          </a:ln>
        </p:spPr>
      </p:sp>
      <p:sp>
        <p:nvSpPr>
          <p:cNvPr id="261" name="PlaceHolder 2"/>
          <p:cNvSpPr>
            <a:spLocks noGrp="1"/>
          </p:cNvSpPr>
          <p:nvPr>
            <p:ph type="body"/>
          </p:nvPr>
        </p:nvSpPr>
        <p:spPr>
          <a:xfrm>
            <a:off x="685800" y="4400640"/>
            <a:ext cx="5485680" cy="359964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262" name="PlaceHolder 3"/>
          <p:cNvSpPr>
            <a:spLocks noGrp="1"/>
          </p:cNvSpPr>
          <p:nvPr>
            <p:ph type="sldNum" idx="12"/>
          </p:nvPr>
        </p:nvSpPr>
        <p:spPr>
          <a:xfrm>
            <a:off x="3884760" y="8685360"/>
            <a:ext cx="2971080" cy="45792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en-US" sz="1200" spc="-1" strike="noStrike">
                <a:solidFill>
                  <a:srgbClr val="000000"/>
                </a:solidFill>
                <a:latin typeface="Times New Roman"/>
              </a:defRPr>
            </a:lvl1pPr>
          </a:lstStyle>
          <a:p>
            <a:pPr indent="0" algn="r">
              <a:lnSpc>
                <a:spcPct val="100000"/>
              </a:lnSpc>
              <a:buNone/>
              <a:tabLst>
                <a:tab algn="l" pos="0"/>
              </a:tabLst>
            </a:pPr>
            <a:fld id="{B58EAC48-C52A-4EBB-8B1F-658517E787F6}"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3" name="PlaceHolder 1"/>
          <p:cNvSpPr>
            <a:spLocks noGrp="1"/>
          </p:cNvSpPr>
          <p:nvPr>
            <p:ph type="sldImg"/>
          </p:nvPr>
        </p:nvSpPr>
        <p:spPr>
          <a:xfrm>
            <a:off x="685800" y="1143000"/>
            <a:ext cx="5485680" cy="3085560"/>
          </a:xfrm>
          <a:prstGeom prst="rect">
            <a:avLst/>
          </a:prstGeom>
          <a:ln w="0">
            <a:noFill/>
          </a:ln>
        </p:spPr>
      </p:sp>
      <p:sp>
        <p:nvSpPr>
          <p:cNvPr id="264" name="PlaceHolder 2"/>
          <p:cNvSpPr>
            <a:spLocks noGrp="1"/>
          </p:cNvSpPr>
          <p:nvPr>
            <p:ph type="body"/>
          </p:nvPr>
        </p:nvSpPr>
        <p:spPr>
          <a:xfrm>
            <a:off x="685800" y="4400640"/>
            <a:ext cx="5485680" cy="359964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265" name="PlaceHolder 3"/>
          <p:cNvSpPr>
            <a:spLocks noGrp="1"/>
          </p:cNvSpPr>
          <p:nvPr>
            <p:ph type="sldNum" idx="13"/>
          </p:nvPr>
        </p:nvSpPr>
        <p:spPr>
          <a:xfrm>
            <a:off x="3884760" y="8685360"/>
            <a:ext cx="2971080" cy="45792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en-US" sz="1200" spc="-1" strike="noStrike">
                <a:solidFill>
                  <a:srgbClr val="000000"/>
                </a:solidFill>
                <a:latin typeface="Times New Roman"/>
              </a:defRPr>
            </a:lvl1pPr>
          </a:lstStyle>
          <a:p>
            <a:pPr indent="0" algn="r">
              <a:lnSpc>
                <a:spcPct val="100000"/>
              </a:lnSpc>
              <a:buNone/>
              <a:tabLst>
                <a:tab algn="l" pos="0"/>
              </a:tabLst>
            </a:pPr>
            <a:fld id="{95E5184C-597F-481F-B50E-3436C6A6A391}"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6" name="PlaceHolder 1"/>
          <p:cNvSpPr>
            <a:spLocks noGrp="1"/>
          </p:cNvSpPr>
          <p:nvPr>
            <p:ph type="sldImg"/>
          </p:nvPr>
        </p:nvSpPr>
        <p:spPr>
          <a:xfrm>
            <a:off x="685800" y="1143000"/>
            <a:ext cx="5485680" cy="3085560"/>
          </a:xfrm>
          <a:prstGeom prst="rect">
            <a:avLst/>
          </a:prstGeom>
          <a:ln w="0">
            <a:noFill/>
          </a:ln>
        </p:spPr>
      </p:sp>
      <p:sp>
        <p:nvSpPr>
          <p:cNvPr id="267" name="PlaceHolder 2"/>
          <p:cNvSpPr>
            <a:spLocks noGrp="1"/>
          </p:cNvSpPr>
          <p:nvPr>
            <p:ph type="body"/>
          </p:nvPr>
        </p:nvSpPr>
        <p:spPr>
          <a:xfrm>
            <a:off x="685800" y="4400640"/>
            <a:ext cx="5485680" cy="359964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268" name="PlaceHolder 3"/>
          <p:cNvSpPr>
            <a:spLocks noGrp="1"/>
          </p:cNvSpPr>
          <p:nvPr>
            <p:ph type="sldNum" idx="14"/>
          </p:nvPr>
        </p:nvSpPr>
        <p:spPr>
          <a:xfrm>
            <a:off x="3884760" y="8685360"/>
            <a:ext cx="2971080" cy="45792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en-US" sz="1200" spc="-1" strike="noStrike">
                <a:solidFill>
                  <a:srgbClr val="000000"/>
                </a:solidFill>
                <a:latin typeface="Times New Roman"/>
              </a:defRPr>
            </a:lvl1pPr>
          </a:lstStyle>
          <a:p>
            <a:pPr indent="0" algn="r">
              <a:lnSpc>
                <a:spcPct val="100000"/>
              </a:lnSpc>
              <a:buNone/>
              <a:tabLst>
                <a:tab algn="l" pos="0"/>
              </a:tabLst>
            </a:pPr>
            <a:fld id="{DBC26683-9B25-41D6-856B-3A360DEF56B2}"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8.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9.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0.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2.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p:spTree>
      <p:nvGrpSpPr>
        <p:cNvPr id="1" name=""/>
        <p:cNvGrpSpPr/>
        <p:nvPr/>
      </p:nvGrpSpPr>
      <p:grpSpPr>
        <a:xfrm>
          <a:off x="0" y="0"/>
          <a:ext cx="0" cy="0"/>
          <a:chOff x="0" y="0"/>
          <a:chExt cx="0" cy="0"/>
        </a:xfrm>
      </p:grpSpPr>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lide 9 master">
    <p:spTree>
      <p:nvGrpSpPr>
        <p:cNvPr id="1" name=""/>
        <p:cNvGrpSpPr/>
        <p:nvPr/>
      </p:nvGrpSpPr>
      <p:grpSpPr>
        <a:xfrm>
          <a:off x="0" y="0"/>
          <a:ext cx="0" cy="0"/>
          <a:chOff x="0" y="0"/>
          <a:chExt cx="0" cy="0"/>
        </a:xfrm>
      </p:grpSpPr>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lide 10 master">
    <p:spTree>
      <p:nvGrpSpPr>
        <p:cNvPr id="1" name=""/>
        <p:cNvGrpSpPr/>
        <p:nvPr/>
      </p:nvGrpSpPr>
      <p:grpSpPr>
        <a:xfrm>
          <a:off x="0" y="0"/>
          <a:ext cx="0" cy="0"/>
          <a:chOff x="0" y="0"/>
          <a:chExt cx="0" cy="0"/>
        </a:xfrm>
      </p:grpSpPr>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lide 11 master">
    <p:spTree>
      <p:nvGrpSpPr>
        <p:cNvPr id="1" name=""/>
        <p:cNvGrpSpPr/>
        <p:nvPr/>
      </p:nvGrpSpPr>
      <p:grpSpPr>
        <a:xfrm>
          <a:off x="0" y="0"/>
          <a:ext cx="0" cy="0"/>
          <a:chOff x="0" y="0"/>
          <a:chExt cx="0" cy="0"/>
        </a:xfrm>
      </p:grpSpPr>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lide 1 master">
    <p:spTree>
      <p:nvGrpSpPr>
        <p:cNvPr id="1" name=""/>
        <p:cNvGrpSpPr/>
        <p:nvPr/>
      </p:nvGrpSpPr>
      <p:grpSpPr>
        <a:xfrm>
          <a:off x="0" y="0"/>
          <a:ext cx="0" cy="0"/>
          <a:chOff x="0" y="0"/>
          <a:chExt cx="0" cy="0"/>
        </a:xfrm>
      </p:grpSpPr>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lide 2 master">
    <p:spTree>
      <p:nvGrpSpPr>
        <p:cNvPr id="1" name=""/>
        <p:cNvGrpSpPr/>
        <p:nvPr/>
      </p:nvGrpSpPr>
      <p:grpSpPr>
        <a:xfrm>
          <a:off x="0" y="0"/>
          <a:ext cx="0" cy="0"/>
          <a:chOff x="0" y="0"/>
          <a:chExt cx="0" cy="0"/>
        </a:xfrm>
      </p:grpSpPr>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lide 3 master">
    <p:spTree>
      <p:nvGrpSpPr>
        <p:cNvPr id="1" name=""/>
        <p:cNvGrpSpPr/>
        <p:nvPr/>
      </p:nvGrpSpPr>
      <p:grpSpPr>
        <a:xfrm>
          <a:off x="0" y="0"/>
          <a:ext cx="0" cy="0"/>
          <a:chOff x="0" y="0"/>
          <a:chExt cx="0" cy="0"/>
        </a:xfrm>
      </p:grpSpPr>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lide 4 master">
    <p:spTree>
      <p:nvGrpSpPr>
        <p:cNvPr id="1" name=""/>
        <p:cNvGrpSpPr/>
        <p:nvPr/>
      </p:nvGrpSpPr>
      <p:grpSpPr>
        <a:xfrm>
          <a:off x="0" y="0"/>
          <a:ext cx="0" cy="0"/>
          <a:chOff x="0" y="0"/>
          <a:chExt cx="0" cy="0"/>
        </a:xfrm>
      </p:grpSpPr>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lide 5 master">
    <p:spTree>
      <p:nvGrpSpPr>
        <p:cNvPr id="1" name=""/>
        <p:cNvGrpSpPr/>
        <p:nvPr/>
      </p:nvGrpSpPr>
      <p:grpSpPr>
        <a:xfrm>
          <a:off x="0" y="0"/>
          <a:ext cx="0" cy="0"/>
          <a:chOff x="0" y="0"/>
          <a:chExt cx="0" cy="0"/>
        </a:xfrm>
      </p:grpSpPr>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lide 6 master">
    <p:spTree>
      <p:nvGrpSpPr>
        <p:cNvPr id="1" name=""/>
        <p:cNvGrpSpPr/>
        <p:nvPr/>
      </p:nvGrpSpPr>
      <p:grpSpPr>
        <a:xfrm>
          <a:off x="0" y="0"/>
          <a:ext cx="0" cy="0"/>
          <a:chOff x="0" y="0"/>
          <a:chExt cx="0" cy="0"/>
        </a:xfrm>
      </p:grpSpPr>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lide 7 master">
    <p:spTree>
      <p:nvGrpSpPr>
        <p:cNvPr id="1" name=""/>
        <p:cNvGrpSpPr/>
        <p:nvPr/>
      </p:nvGrpSpPr>
      <p:grpSpPr>
        <a:xfrm>
          <a:off x="0" y="0"/>
          <a:ext cx="0" cy="0"/>
          <a:chOff x="0" y="0"/>
          <a:chExt cx="0" cy="0"/>
        </a:xfrm>
      </p:grpSpPr>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lide 8 master">
    <p:spTree>
      <p:nvGrpSpPr>
        <p:cNvPr id="1" name=""/>
        <p:cNvGrpSpPr/>
        <p:nvPr/>
      </p:nvGrpSpPr>
      <p:grpSpPr>
        <a:xfrm>
          <a:off x="0" y="0"/>
          <a:ext cx="0" cy="0"/>
          <a:chOff x="0" y="0"/>
          <a:chExt cx="0" cy="0"/>
        </a:xfrm>
      </p:grpSpPr>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2.xml"/>
</Relationships>
</file>

<file path=ppt/slideMasters/_rels/slideMaster3.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slideLayout" Target="../slideLayouts/slideLayout3.xml"/>
</Relationships>
</file>

<file path=ppt/slideMasters/_rels/slideMaster4.xml.rels><?xml version="1.0" encoding="UTF-8"?>
<Relationships xmlns="http://schemas.openxmlformats.org/package/2006/relationships"><Relationship Id="rId1" Type="http://schemas.openxmlformats.org/officeDocument/2006/relationships/theme" Target="../theme/theme4.xml"/><Relationship Id="rId2" Type="http://schemas.openxmlformats.org/officeDocument/2006/relationships/slideLayout" Target="../slideLayouts/slideLayout4.xml"/>
</Relationships>
</file>

<file path=ppt/slideMasters/_rels/slideMaster5.xml.rels><?xml version="1.0" encoding="UTF-8"?>
<Relationships xmlns="http://schemas.openxmlformats.org/package/2006/relationships"><Relationship Id="rId1" Type="http://schemas.openxmlformats.org/officeDocument/2006/relationships/theme" Target="../theme/theme5.xml"/><Relationship Id="rId2" Type="http://schemas.openxmlformats.org/officeDocument/2006/relationships/slideLayout" Target="../slideLayouts/slideLayout5.xml"/>
</Relationships>
</file>

<file path=ppt/slideMasters/_rels/slideMaster6.xml.rels><?xml version="1.0" encoding="UTF-8"?>
<Relationships xmlns="http://schemas.openxmlformats.org/package/2006/relationships"><Relationship Id="rId1" Type="http://schemas.openxmlformats.org/officeDocument/2006/relationships/theme" Target="../theme/theme6.xml"/><Relationship Id="rId2" Type="http://schemas.openxmlformats.org/officeDocument/2006/relationships/slideLayout" Target="../slideLayouts/slideLayout6.xml"/>
</Relationships>
</file>

<file path=ppt/slideMasters/_rels/slideMaster7.xml.rels><?xml version="1.0" encoding="UTF-8"?>
<Relationships xmlns="http://schemas.openxmlformats.org/package/2006/relationships"><Relationship Id="rId1" Type="http://schemas.openxmlformats.org/officeDocument/2006/relationships/theme" Target="../theme/theme7.xml"/><Relationship Id="rId2" Type="http://schemas.openxmlformats.org/officeDocument/2006/relationships/slideLayout" Target="../slideLayouts/slideLayout7.xml"/>
</Relationships>
</file>

<file path=ppt/slideMasters/_rels/slideMaster8.xml.rels><?xml version="1.0" encoding="UTF-8"?>
<Relationships xmlns="http://schemas.openxmlformats.org/package/2006/relationships"><Relationship Id="rId1" Type="http://schemas.openxmlformats.org/officeDocument/2006/relationships/theme" Target="../theme/theme8.xml"/><Relationship Id="rId2" Type="http://schemas.openxmlformats.org/officeDocument/2006/relationships/slideLayout" Target="../slideLayouts/slideLayout8.xml"/>
</Relationships>
</file>

<file path=ppt/slideMasters/_rels/slideMaster9.xml.rels><?xml version="1.0" encoding="UTF-8"?>
<Relationships xmlns="http://schemas.openxmlformats.org/package/2006/relationships"><Relationship Id="rId1" Type="http://schemas.openxmlformats.org/officeDocument/2006/relationships/theme" Target="../theme/theme9.xml"/><Relationship Id="rId2" Type="http://schemas.openxmlformats.org/officeDocument/2006/relationships/slideLayout" Target="../slideLayouts/slideLayout9.xml"/>
</Relationships>
</file>

<file path=ppt/slideMasters/_rels/slideMaster10.xml.rels><?xml version="1.0" encoding="UTF-8"?>
<Relationships xmlns="http://schemas.openxmlformats.org/package/2006/relationships"><Relationship Id="rId1" Type="http://schemas.openxmlformats.org/officeDocument/2006/relationships/theme" Target="../theme/theme10.xml"/><Relationship Id="rId2" Type="http://schemas.openxmlformats.org/officeDocument/2006/relationships/slideLayout" Target="../slideLayouts/slideLayout10.xml"/>
</Relationships>
</file>

<file path=ppt/slideMasters/_rels/slideMaster11.xml.rels><?xml version="1.0" encoding="UTF-8"?>
<Relationships xmlns="http://schemas.openxmlformats.org/package/2006/relationships"><Relationship Id="rId1" Type="http://schemas.openxmlformats.org/officeDocument/2006/relationships/theme" Target="../theme/theme11.xml"/><Relationship Id="rId2" Type="http://schemas.openxmlformats.org/officeDocument/2006/relationships/slideLayout" Target="../slideLayouts/slideLayout11.xml"/>
</Relationships>
</file>

<file path=ppt/slideMasters/_rels/slideMaster12.xml.rels><?xml version="1.0" encoding="UTF-8"?>
<Relationships xmlns="http://schemas.openxmlformats.org/package/2006/relationships"><Relationship Id="rId1" Type="http://schemas.openxmlformats.org/officeDocument/2006/relationships/theme" Target="../theme/theme12.xml"/><Relationship Id="rId2" Type="http://schemas.openxmlformats.org/officeDocument/2006/relationships/slideLayout" Target="../slideLayouts/slideLayout12.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Tree>
  </p:cSld>
  <p:clrMap bg1="lt1" bg2="lt2" tx1="dk1" tx2="dk2" accent1="accent1" accent2="accent2" accent3="accent3" accent4="accent4" accent5="accent5" accent6="accent6" hlink="hlink" folHlink="folHlink"/>
  <p:sldLayoutIdLst>
    <p:sldLayoutId id="2147483649" r:id="rId2"/>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0" name="Shape 0"/>
          <p:cNvSpPr/>
          <p:nvPr/>
        </p:nvSpPr>
        <p:spPr>
          <a:xfrm>
            <a:off x="0" y="0"/>
            <a:ext cx="14629680" cy="8228880"/>
          </a:xfrm>
          <a:prstGeom prst="rect">
            <a:avLst/>
          </a:prstGeom>
          <a:solidFill>
            <a:srgbClr val="181a1b"/>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 name="Shape 1"/>
          <p:cNvSpPr/>
          <p:nvPr/>
        </p:nvSpPr>
        <p:spPr>
          <a:xfrm>
            <a:off x="0" y="0"/>
            <a:ext cx="14629680" cy="8228880"/>
          </a:xfrm>
          <a:prstGeom prst="rect">
            <a:avLst/>
          </a:prstGeom>
          <a:solidFill>
            <a:srgbClr val="111213"/>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 name="PlaceHolder 1"/>
          <p:cNvSpPr>
            <a:spLocks noGrp="1"/>
          </p:cNvSpPr>
          <p:nvPr>
            <p:ph type="title"/>
          </p:nvPr>
        </p:nvSpPr>
        <p:spPr>
          <a:xfrm>
            <a:off x="731520" y="328320"/>
            <a:ext cx="13167000" cy="1373760"/>
          </a:xfrm>
          <a:prstGeom prst="rect">
            <a:avLst/>
          </a:prstGeom>
          <a:noFill/>
          <a:ln w="0">
            <a:noFill/>
          </a:ln>
        </p:spPr>
        <p:txBody>
          <a:bodyPr lIns="0" rIns="0" tIns="0" bIns="0" anchor="ctr">
            <a:noAutofit/>
          </a:bodyPr>
          <a:p>
            <a:pPr indent="0" algn="ctr">
              <a:buNone/>
            </a:pPr>
            <a:r>
              <a:rPr b="0" lang="en-US" sz="4400" spc="-1" strike="noStrike">
                <a:solidFill>
                  <a:srgbClr val="000000"/>
                </a:solidFill>
                <a:latin typeface="Arial"/>
              </a:rPr>
              <a:t>Cl</a:t>
            </a:r>
            <a:r>
              <a:rPr b="0" lang="en-US" sz="4400" spc="-1" strike="noStrike">
                <a:solidFill>
                  <a:srgbClr val="000000"/>
                </a:solidFill>
                <a:latin typeface="Arial"/>
              </a:rPr>
              <a:t>ic</a:t>
            </a:r>
            <a:r>
              <a:rPr b="0" lang="en-US" sz="4400" spc="-1" strike="noStrike">
                <a:solidFill>
                  <a:srgbClr val="000000"/>
                </a:solidFill>
                <a:latin typeface="Arial"/>
              </a:rPr>
              <a:t>k </a:t>
            </a:r>
            <a:r>
              <a:rPr b="0" lang="en-US" sz="4400" spc="-1" strike="noStrike">
                <a:solidFill>
                  <a:srgbClr val="000000"/>
                </a:solidFill>
                <a:latin typeface="Arial"/>
              </a:rPr>
              <a:t>to </a:t>
            </a:r>
            <a:r>
              <a:rPr b="0" lang="en-US" sz="4400" spc="-1" strike="noStrike">
                <a:solidFill>
                  <a:srgbClr val="000000"/>
                </a:solidFill>
                <a:latin typeface="Arial"/>
              </a:rPr>
              <a:t>ed</a:t>
            </a:r>
            <a:r>
              <a:rPr b="0" lang="en-US" sz="4400" spc="-1" strike="noStrike">
                <a:solidFill>
                  <a:srgbClr val="000000"/>
                </a:solidFill>
                <a:latin typeface="Arial"/>
              </a:rPr>
              <a:t>it </a:t>
            </a:r>
            <a:r>
              <a:rPr b="0" lang="en-US" sz="4400" spc="-1" strike="noStrike">
                <a:solidFill>
                  <a:srgbClr val="000000"/>
                </a:solidFill>
                <a:latin typeface="Arial"/>
              </a:rPr>
              <a:t>th</a:t>
            </a:r>
            <a:r>
              <a:rPr b="0" lang="en-US" sz="4400" spc="-1" strike="noStrike">
                <a:solidFill>
                  <a:srgbClr val="000000"/>
                </a:solidFill>
                <a:latin typeface="Arial"/>
              </a:rPr>
              <a:t>e </a:t>
            </a:r>
            <a:r>
              <a:rPr b="0" lang="en-US" sz="4400" spc="-1" strike="noStrike">
                <a:solidFill>
                  <a:srgbClr val="000000"/>
                </a:solidFill>
                <a:latin typeface="Arial"/>
              </a:rPr>
              <a:t>titl</a:t>
            </a:r>
            <a:r>
              <a:rPr b="0" lang="en-US" sz="4400" spc="-1" strike="noStrike">
                <a:solidFill>
                  <a:srgbClr val="000000"/>
                </a:solidFill>
                <a:latin typeface="Arial"/>
              </a:rPr>
              <a:t>e </a:t>
            </a:r>
            <a:r>
              <a:rPr b="0" lang="en-US" sz="4400" spc="-1" strike="noStrike">
                <a:solidFill>
                  <a:srgbClr val="000000"/>
                </a:solidFill>
                <a:latin typeface="Arial"/>
              </a:rPr>
              <a:t>te</a:t>
            </a:r>
            <a:r>
              <a:rPr b="0" lang="en-US" sz="4400" spc="-1" strike="noStrike">
                <a:solidFill>
                  <a:srgbClr val="000000"/>
                </a:solidFill>
                <a:latin typeface="Arial"/>
              </a:rPr>
              <a:t>xt </a:t>
            </a:r>
            <a:r>
              <a:rPr b="0" lang="en-US" sz="4400" spc="-1" strike="noStrike">
                <a:solidFill>
                  <a:srgbClr val="000000"/>
                </a:solidFill>
                <a:latin typeface="Arial"/>
              </a:rPr>
              <a:t>fo</a:t>
            </a:r>
            <a:r>
              <a:rPr b="0" lang="en-US" sz="4400" spc="-1" strike="noStrike">
                <a:solidFill>
                  <a:srgbClr val="000000"/>
                </a:solidFill>
                <a:latin typeface="Arial"/>
              </a:rPr>
              <a:t>r</a:t>
            </a:r>
            <a:r>
              <a:rPr b="0" lang="en-US" sz="4400" spc="-1" strike="noStrike">
                <a:solidFill>
                  <a:srgbClr val="000000"/>
                </a:solidFill>
                <a:latin typeface="Arial"/>
              </a:rPr>
              <a:t>m</a:t>
            </a:r>
            <a:r>
              <a:rPr b="0" lang="en-US" sz="4400" spc="-1" strike="noStrike">
                <a:solidFill>
                  <a:srgbClr val="000000"/>
                </a:solidFill>
                <a:latin typeface="Arial"/>
              </a:rPr>
              <a:t>at</a:t>
            </a:r>
            <a:endParaRPr b="0" lang="en-US" sz="4400" spc="-1" strike="noStrike">
              <a:solidFill>
                <a:srgbClr val="000000"/>
              </a:solidFill>
              <a:latin typeface="Arial"/>
            </a:endParaRPr>
          </a:p>
        </p:txBody>
      </p:sp>
      <p:sp>
        <p:nvSpPr>
          <p:cNvPr id="3" name="PlaceHolder 2"/>
          <p:cNvSpPr>
            <a:spLocks noGrp="1"/>
          </p:cNvSpPr>
          <p:nvPr>
            <p:ph type="body"/>
          </p:nvPr>
        </p:nvSpPr>
        <p:spPr>
          <a:xfrm>
            <a:off x="731520" y="1925640"/>
            <a:ext cx="13167000" cy="47725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solidFill>
                  <a:srgbClr val="000000"/>
                </a:solidFill>
                <a:latin typeface="Arial"/>
              </a:rPr>
              <a:t>Click to edit the outline text format</a:t>
            </a:r>
            <a:endParaRPr b="0" lang="en-US"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2800" spc="-1" strike="noStrike">
                <a:solidFill>
                  <a:srgbClr val="000000"/>
                </a:solidFill>
                <a:latin typeface="Arial"/>
              </a:rPr>
              <a:t>Second Outline Level</a:t>
            </a:r>
            <a:endParaRPr b="0" lang="en-US"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2400" spc="-1" strike="noStrike">
                <a:solidFill>
                  <a:srgbClr val="000000"/>
                </a:solidFill>
                <a:latin typeface="Arial"/>
              </a:rPr>
              <a:t>Third Outline Level</a:t>
            </a:r>
            <a:endParaRPr b="0" lang="en-US"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2000" spc="-1" strike="noStrike">
                <a:solidFill>
                  <a:srgbClr val="000000"/>
                </a:solidFill>
                <a:latin typeface="Arial"/>
              </a:rPr>
              <a:t>Fourth Outline Level</a:t>
            </a:r>
            <a:endParaRPr b="0" lang="en-US"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000" spc="-1" strike="noStrike">
                <a:solidFill>
                  <a:srgbClr val="000000"/>
                </a:solidFill>
                <a:latin typeface="Arial"/>
              </a:rPr>
              <a:t>Fifth Outline Level</a:t>
            </a:r>
            <a:endParaRPr b="0" lang="en-US"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000" spc="-1" strike="noStrike">
                <a:solidFill>
                  <a:srgbClr val="000000"/>
                </a:solidFill>
                <a:latin typeface="Arial"/>
              </a:rPr>
              <a:t>Sixth Outline Level</a:t>
            </a:r>
            <a:endParaRPr b="0" lang="en-US"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000" spc="-1" strike="noStrike">
                <a:solidFill>
                  <a:srgbClr val="000000"/>
                </a:solidFill>
                <a:latin typeface="Arial"/>
              </a:rPr>
              <a:t>Seventh Outline Level</a:t>
            </a:r>
            <a:endParaRPr b="0" lang="en-US"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51" r:id="rId2"/>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 name="Shape 0"/>
          <p:cNvSpPr/>
          <p:nvPr/>
        </p:nvSpPr>
        <p:spPr>
          <a:xfrm>
            <a:off x="0" y="0"/>
            <a:ext cx="14629680" cy="8228880"/>
          </a:xfrm>
          <a:prstGeom prst="rect">
            <a:avLst/>
          </a:prstGeom>
          <a:solidFill>
            <a:srgbClr val="181a1b"/>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5" name="Shape 1"/>
          <p:cNvSpPr/>
          <p:nvPr/>
        </p:nvSpPr>
        <p:spPr>
          <a:xfrm>
            <a:off x="0" y="0"/>
            <a:ext cx="14629680" cy="8228880"/>
          </a:xfrm>
          <a:prstGeom prst="rect">
            <a:avLst/>
          </a:prstGeom>
          <a:solidFill>
            <a:srgbClr val="111213"/>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6" name="PlaceHolder 1"/>
          <p:cNvSpPr>
            <a:spLocks noGrp="1"/>
          </p:cNvSpPr>
          <p:nvPr>
            <p:ph type="title"/>
          </p:nvPr>
        </p:nvSpPr>
        <p:spPr>
          <a:xfrm>
            <a:off x="731520" y="328320"/>
            <a:ext cx="13167000" cy="1373760"/>
          </a:xfrm>
          <a:prstGeom prst="rect">
            <a:avLst/>
          </a:prstGeom>
          <a:noFill/>
          <a:ln w="0">
            <a:noFill/>
          </a:ln>
        </p:spPr>
        <p:txBody>
          <a:bodyPr lIns="0" rIns="0" tIns="0" bIns="0" anchor="ctr">
            <a:noAutofit/>
          </a:bodyPr>
          <a:p>
            <a:pPr indent="0" algn="ctr">
              <a:buNone/>
            </a:pPr>
            <a:r>
              <a:rPr b="0" lang="en-US" sz="4400" spc="-1" strike="noStrike">
                <a:solidFill>
                  <a:srgbClr val="000000"/>
                </a:solidFill>
                <a:latin typeface="Arial"/>
              </a:rPr>
              <a:t>Click to edit the title text format</a:t>
            </a:r>
            <a:endParaRPr b="0" lang="en-US" sz="4400" spc="-1" strike="noStrike">
              <a:solidFill>
                <a:srgbClr val="000000"/>
              </a:solidFill>
              <a:latin typeface="Arial"/>
            </a:endParaRPr>
          </a:p>
        </p:txBody>
      </p:sp>
      <p:sp>
        <p:nvSpPr>
          <p:cNvPr id="7" name="PlaceHolder 2"/>
          <p:cNvSpPr>
            <a:spLocks noGrp="1"/>
          </p:cNvSpPr>
          <p:nvPr>
            <p:ph type="body"/>
          </p:nvPr>
        </p:nvSpPr>
        <p:spPr>
          <a:xfrm>
            <a:off x="731520" y="1925640"/>
            <a:ext cx="13167000" cy="47725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solidFill>
                  <a:srgbClr val="000000"/>
                </a:solidFill>
                <a:latin typeface="Arial"/>
              </a:rPr>
              <a:t>Click to edit the outline text format</a:t>
            </a:r>
            <a:endParaRPr b="0" lang="en-US"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2800" spc="-1" strike="noStrike">
                <a:solidFill>
                  <a:srgbClr val="000000"/>
                </a:solidFill>
                <a:latin typeface="Arial"/>
              </a:rPr>
              <a:t>Second Outline Level</a:t>
            </a:r>
            <a:endParaRPr b="0" lang="en-US"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2400" spc="-1" strike="noStrike">
                <a:solidFill>
                  <a:srgbClr val="000000"/>
                </a:solidFill>
                <a:latin typeface="Arial"/>
              </a:rPr>
              <a:t>Third Outline Level</a:t>
            </a:r>
            <a:endParaRPr b="0" lang="en-US"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2000" spc="-1" strike="noStrike">
                <a:solidFill>
                  <a:srgbClr val="000000"/>
                </a:solidFill>
                <a:latin typeface="Arial"/>
              </a:rPr>
              <a:t>Fourth Outline Level</a:t>
            </a:r>
            <a:endParaRPr b="0" lang="en-US"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000" spc="-1" strike="noStrike">
                <a:solidFill>
                  <a:srgbClr val="000000"/>
                </a:solidFill>
                <a:latin typeface="Arial"/>
              </a:rPr>
              <a:t>Fifth Outline Level</a:t>
            </a:r>
            <a:endParaRPr b="0" lang="en-US"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000" spc="-1" strike="noStrike">
                <a:solidFill>
                  <a:srgbClr val="000000"/>
                </a:solidFill>
                <a:latin typeface="Arial"/>
              </a:rPr>
              <a:t>Sixth Outline Level</a:t>
            </a:r>
            <a:endParaRPr b="0" lang="en-US"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000" spc="-1" strike="noStrike">
                <a:solidFill>
                  <a:srgbClr val="000000"/>
                </a:solidFill>
                <a:latin typeface="Arial"/>
              </a:rPr>
              <a:t>Seventh Outline Level</a:t>
            </a:r>
            <a:endParaRPr b="0" lang="en-US"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53" r:id="rId2"/>
  </p:sldLayoutIdLst>
</p:sldMaster>
</file>

<file path=ppt/slideMasters/slideMaster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 name="Shape 0"/>
          <p:cNvSpPr/>
          <p:nvPr/>
        </p:nvSpPr>
        <p:spPr>
          <a:xfrm>
            <a:off x="0" y="0"/>
            <a:ext cx="14629680" cy="8228880"/>
          </a:xfrm>
          <a:prstGeom prst="rect">
            <a:avLst/>
          </a:prstGeom>
          <a:solidFill>
            <a:srgbClr val="181a1b"/>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9" name="Shape 1"/>
          <p:cNvSpPr/>
          <p:nvPr/>
        </p:nvSpPr>
        <p:spPr>
          <a:xfrm>
            <a:off x="0" y="0"/>
            <a:ext cx="14629680" cy="8228880"/>
          </a:xfrm>
          <a:prstGeom prst="rect">
            <a:avLst/>
          </a:prstGeom>
          <a:solidFill>
            <a:srgbClr val="111213"/>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0" name="PlaceHolder 1"/>
          <p:cNvSpPr>
            <a:spLocks noGrp="1"/>
          </p:cNvSpPr>
          <p:nvPr>
            <p:ph type="title"/>
          </p:nvPr>
        </p:nvSpPr>
        <p:spPr>
          <a:xfrm>
            <a:off x="731520" y="328320"/>
            <a:ext cx="13167000" cy="1373760"/>
          </a:xfrm>
          <a:prstGeom prst="rect">
            <a:avLst/>
          </a:prstGeom>
          <a:noFill/>
          <a:ln w="0">
            <a:noFill/>
          </a:ln>
        </p:spPr>
        <p:txBody>
          <a:bodyPr lIns="0" rIns="0" tIns="0" bIns="0" anchor="ctr">
            <a:noAutofit/>
          </a:bodyPr>
          <a:p>
            <a:pPr indent="0" algn="ctr">
              <a:buNone/>
            </a:pPr>
            <a:r>
              <a:rPr b="0" lang="en-US" sz="4400" spc="-1" strike="noStrike">
                <a:solidFill>
                  <a:srgbClr val="000000"/>
                </a:solidFill>
                <a:latin typeface="Arial"/>
              </a:rPr>
              <a:t>Click to edit the title text format</a:t>
            </a:r>
            <a:endParaRPr b="0" lang="en-US" sz="4400" spc="-1" strike="noStrike">
              <a:solidFill>
                <a:srgbClr val="000000"/>
              </a:solidFill>
              <a:latin typeface="Arial"/>
            </a:endParaRPr>
          </a:p>
        </p:txBody>
      </p:sp>
      <p:sp>
        <p:nvSpPr>
          <p:cNvPr id="11" name="PlaceHolder 2"/>
          <p:cNvSpPr>
            <a:spLocks noGrp="1"/>
          </p:cNvSpPr>
          <p:nvPr>
            <p:ph type="body"/>
          </p:nvPr>
        </p:nvSpPr>
        <p:spPr>
          <a:xfrm>
            <a:off x="731520" y="1925640"/>
            <a:ext cx="13167000" cy="47725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solidFill>
                  <a:srgbClr val="000000"/>
                </a:solidFill>
                <a:latin typeface="Arial"/>
              </a:rPr>
              <a:t>Click to edit the outline text format</a:t>
            </a:r>
            <a:endParaRPr b="0" lang="en-US"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2800" spc="-1" strike="noStrike">
                <a:solidFill>
                  <a:srgbClr val="000000"/>
                </a:solidFill>
                <a:latin typeface="Arial"/>
              </a:rPr>
              <a:t>Second Outline Level</a:t>
            </a:r>
            <a:endParaRPr b="0" lang="en-US"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2400" spc="-1" strike="noStrike">
                <a:solidFill>
                  <a:srgbClr val="000000"/>
                </a:solidFill>
                <a:latin typeface="Arial"/>
              </a:rPr>
              <a:t>Third Outline Level</a:t>
            </a:r>
            <a:endParaRPr b="0" lang="en-US"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2000" spc="-1" strike="noStrike">
                <a:solidFill>
                  <a:srgbClr val="000000"/>
                </a:solidFill>
                <a:latin typeface="Arial"/>
              </a:rPr>
              <a:t>Fourth Outline Level</a:t>
            </a:r>
            <a:endParaRPr b="0" lang="en-US"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000" spc="-1" strike="noStrike">
                <a:solidFill>
                  <a:srgbClr val="000000"/>
                </a:solidFill>
                <a:latin typeface="Arial"/>
              </a:rPr>
              <a:t>Fifth Outline Level</a:t>
            </a:r>
            <a:endParaRPr b="0" lang="en-US"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000" spc="-1" strike="noStrike">
                <a:solidFill>
                  <a:srgbClr val="000000"/>
                </a:solidFill>
                <a:latin typeface="Arial"/>
              </a:rPr>
              <a:t>Sixth Outline Level</a:t>
            </a:r>
            <a:endParaRPr b="0" lang="en-US"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000" spc="-1" strike="noStrike">
                <a:solidFill>
                  <a:srgbClr val="000000"/>
                </a:solidFill>
                <a:latin typeface="Arial"/>
              </a:rPr>
              <a:t>Seventh Outline Level</a:t>
            </a:r>
            <a:endParaRPr b="0" lang="en-US"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55" r:id="rId2"/>
  </p:sldLayoutIdLst>
</p:sldMaster>
</file>

<file path=ppt/slideMasters/slideMaster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 name="Shape 0"/>
          <p:cNvSpPr/>
          <p:nvPr/>
        </p:nvSpPr>
        <p:spPr>
          <a:xfrm>
            <a:off x="0" y="0"/>
            <a:ext cx="14629680" cy="8228880"/>
          </a:xfrm>
          <a:prstGeom prst="rect">
            <a:avLst/>
          </a:prstGeom>
          <a:solidFill>
            <a:srgbClr val="181a1b"/>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3" name="Shape 1"/>
          <p:cNvSpPr/>
          <p:nvPr/>
        </p:nvSpPr>
        <p:spPr>
          <a:xfrm>
            <a:off x="0" y="0"/>
            <a:ext cx="14629680" cy="8228880"/>
          </a:xfrm>
          <a:prstGeom prst="rect">
            <a:avLst/>
          </a:prstGeom>
          <a:solidFill>
            <a:srgbClr val="111213"/>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4" name="PlaceHolder 1"/>
          <p:cNvSpPr>
            <a:spLocks noGrp="1"/>
          </p:cNvSpPr>
          <p:nvPr>
            <p:ph type="title"/>
          </p:nvPr>
        </p:nvSpPr>
        <p:spPr>
          <a:xfrm>
            <a:off x="731520" y="328320"/>
            <a:ext cx="13167000" cy="1373760"/>
          </a:xfrm>
          <a:prstGeom prst="rect">
            <a:avLst/>
          </a:prstGeom>
          <a:noFill/>
          <a:ln w="0">
            <a:noFill/>
          </a:ln>
        </p:spPr>
        <p:txBody>
          <a:bodyPr lIns="0" rIns="0" tIns="0" bIns="0" anchor="ctr">
            <a:noAutofit/>
          </a:bodyPr>
          <a:p>
            <a:pPr indent="0" algn="ctr">
              <a:buNone/>
            </a:pPr>
            <a:r>
              <a:rPr b="0" lang="en-US" sz="4400" spc="-1" strike="noStrike">
                <a:solidFill>
                  <a:srgbClr val="000000"/>
                </a:solidFill>
                <a:latin typeface="Arial"/>
              </a:rPr>
              <a:t>Click to edit the title text format</a:t>
            </a:r>
            <a:endParaRPr b="0" lang="en-US" sz="4400" spc="-1" strike="noStrike">
              <a:solidFill>
                <a:srgbClr val="000000"/>
              </a:solidFill>
              <a:latin typeface="Arial"/>
            </a:endParaRPr>
          </a:p>
        </p:txBody>
      </p:sp>
      <p:sp>
        <p:nvSpPr>
          <p:cNvPr id="15" name="PlaceHolder 2"/>
          <p:cNvSpPr>
            <a:spLocks noGrp="1"/>
          </p:cNvSpPr>
          <p:nvPr>
            <p:ph type="body"/>
          </p:nvPr>
        </p:nvSpPr>
        <p:spPr>
          <a:xfrm>
            <a:off x="731520" y="1925640"/>
            <a:ext cx="13167000" cy="47725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solidFill>
                  <a:srgbClr val="000000"/>
                </a:solidFill>
                <a:latin typeface="Arial"/>
              </a:rPr>
              <a:t>Click to edit the outline text format</a:t>
            </a:r>
            <a:endParaRPr b="0" lang="en-US"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2800" spc="-1" strike="noStrike">
                <a:solidFill>
                  <a:srgbClr val="000000"/>
                </a:solidFill>
                <a:latin typeface="Arial"/>
              </a:rPr>
              <a:t>Second Outline Level</a:t>
            </a:r>
            <a:endParaRPr b="0" lang="en-US"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2400" spc="-1" strike="noStrike">
                <a:solidFill>
                  <a:srgbClr val="000000"/>
                </a:solidFill>
                <a:latin typeface="Arial"/>
              </a:rPr>
              <a:t>Third Outline Level</a:t>
            </a:r>
            <a:endParaRPr b="0" lang="en-US"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2000" spc="-1" strike="noStrike">
                <a:solidFill>
                  <a:srgbClr val="000000"/>
                </a:solidFill>
                <a:latin typeface="Arial"/>
              </a:rPr>
              <a:t>Fourth Outline Level</a:t>
            </a:r>
            <a:endParaRPr b="0" lang="en-US"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000" spc="-1" strike="noStrike">
                <a:solidFill>
                  <a:srgbClr val="000000"/>
                </a:solidFill>
                <a:latin typeface="Arial"/>
              </a:rPr>
              <a:t>Fifth Outline Level</a:t>
            </a:r>
            <a:endParaRPr b="0" lang="en-US"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000" spc="-1" strike="noStrike">
                <a:solidFill>
                  <a:srgbClr val="000000"/>
                </a:solidFill>
                <a:latin typeface="Arial"/>
              </a:rPr>
              <a:t>Sixth Outline Level</a:t>
            </a:r>
            <a:endParaRPr b="0" lang="en-US"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000" spc="-1" strike="noStrike">
                <a:solidFill>
                  <a:srgbClr val="000000"/>
                </a:solidFill>
                <a:latin typeface="Arial"/>
              </a:rPr>
              <a:t>Seventh Outline Level</a:t>
            </a:r>
            <a:endParaRPr b="0" lang="en-US"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57" r:id="rId2"/>
  </p:sldLayoutIdLst>
</p:sldMaster>
</file>

<file path=ppt/slideMasters/slideMaster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 name="Shape 0"/>
          <p:cNvSpPr/>
          <p:nvPr/>
        </p:nvSpPr>
        <p:spPr>
          <a:xfrm>
            <a:off x="0" y="0"/>
            <a:ext cx="14629680" cy="8228880"/>
          </a:xfrm>
          <a:prstGeom prst="rect">
            <a:avLst/>
          </a:prstGeom>
          <a:solidFill>
            <a:srgbClr val="181a1b"/>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7" name="Shape 1"/>
          <p:cNvSpPr/>
          <p:nvPr/>
        </p:nvSpPr>
        <p:spPr>
          <a:xfrm>
            <a:off x="0" y="0"/>
            <a:ext cx="14629680" cy="8228880"/>
          </a:xfrm>
          <a:prstGeom prst="rect">
            <a:avLst/>
          </a:prstGeom>
          <a:solidFill>
            <a:srgbClr val="111213"/>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8" name="PlaceHolder 1"/>
          <p:cNvSpPr>
            <a:spLocks noGrp="1"/>
          </p:cNvSpPr>
          <p:nvPr>
            <p:ph type="title"/>
          </p:nvPr>
        </p:nvSpPr>
        <p:spPr>
          <a:xfrm>
            <a:off x="731520" y="328320"/>
            <a:ext cx="13167000" cy="1373760"/>
          </a:xfrm>
          <a:prstGeom prst="rect">
            <a:avLst/>
          </a:prstGeom>
          <a:noFill/>
          <a:ln w="0">
            <a:noFill/>
          </a:ln>
        </p:spPr>
        <p:txBody>
          <a:bodyPr lIns="0" rIns="0" tIns="0" bIns="0" anchor="ctr">
            <a:noAutofit/>
          </a:bodyPr>
          <a:p>
            <a:pPr indent="0" algn="ctr">
              <a:buNone/>
            </a:pPr>
            <a:r>
              <a:rPr b="0" lang="en-US" sz="4400" spc="-1" strike="noStrike">
                <a:solidFill>
                  <a:srgbClr val="000000"/>
                </a:solidFill>
                <a:latin typeface="Arial"/>
              </a:rPr>
              <a:t>Click to edit the title text format</a:t>
            </a:r>
            <a:endParaRPr b="0" lang="en-US" sz="4400" spc="-1" strike="noStrike">
              <a:solidFill>
                <a:srgbClr val="000000"/>
              </a:solidFill>
              <a:latin typeface="Arial"/>
            </a:endParaRPr>
          </a:p>
        </p:txBody>
      </p:sp>
      <p:sp>
        <p:nvSpPr>
          <p:cNvPr id="19" name="PlaceHolder 2"/>
          <p:cNvSpPr>
            <a:spLocks noGrp="1"/>
          </p:cNvSpPr>
          <p:nvPr>
            <p:ph type="body"/>
          </p:nvPr>
        </p:nvSpPr>
        <p:spPr>
          <a:xfrm>
            <a:off x="731520" y="1925640"/>
            <a:ext cx="13167000" cy="47725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solidFill>
                  <a:srgbClr val="000000"/>
                </a:solidFill>
                <a:latin typeface="Arial"/>
              </a:rPr>
              <a:t>Click to edit the outline text format</a:t>
            </a:r>
            <a:endParaRPr b="0" lang="en-US"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2800" spc="-1" strike="noStrike">
                <a:solidFill>
                  <a:srgbClr val="000000"/>
                </a:solidFill>
                <a:latin typeface="Arial"/>
              </a:rPr>
              <a:t>Second Outline Level</a:t>
            </a:r>
            <a:endParaRPr b="0" lang="en-US"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2400" spc="-1" strike="noStrike">
                <a:solidFill>
                  <a:srgbClr val="000000"/>
                </a:solidFill>
                <a:latin typeface="Arial"/>
              </a:rPr>
              <a:t>Third Outline Level</a:t>
            </a:r>
            <a:endParaRPr b="0" lang="en-US"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2000" spc="-1" strike="noStrike">
                <a:solidFill>
                  <a:srgbClr val="000000"/>
                </a:solidFill>
                <a:latin typeface="Arial"/>
              </a:rPr>
              <a:t>Fourth Outline Level</a:t>
            </a:r>
            <a:endParaRPr b="0" lang="en-US"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000" spc="-1" strike="noStrike">
                <a:solidFill>
                  <a:srgbClr val="000000"/>
                </a:solidFill>
                <a:latin typeface="Arial"/>
              </a:rPr>
              <a:t>Fifth Outline Level</a:t>
            </a:r>
            <a:endParaRPr b="0" lang="en-US"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000" spc="-1" strike="noStrike">
                <a:solidFill>
                  <a:srgbClr val="000000"/>
                </a:solidFill>
                <a:latin typeface="Arial"/>
              </a:rPr>
              <a:t>Sixth Outline Level</a:t>
            </a:r>
            <a:endParaRPr b="0" lang="en-US"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000" spc="-1" strike="noStrike">
                <a:solidFill>
                  <a:srgbClr val="000000"/>
                </a:solidFill>
                <a:latin typeface="Arial"/>
              </a:rPr>
              <a:t>Seventh Outline Level</a:t>
            </a:r>
            <a:endParaRPr b="0" lang="en-US"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59" r:id="rId2"/>
  </p:sldLayoutIdLst>
</p:sldMaster>
</file>

<file path=ppt/slideMasters/slideMaster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 name="Shape 0"/>
          <p:cNvSpPr/>
          <p:nvPr/>
        </p:nvSpPr>
        <p:spPr>
          <a:xfrm>
            <a:off x="0" y="0"/>
            <a:ext cx="14629680" cy="8228880"/>
          </a:xfrm>
          <a:prstGeom prst="rect">
            <a:avLst/>
          </a:prstGeom>
          <a:solidFill>
            <a:srgbClr val="181a1b"/>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1" name="Shape 1"/>
          <p:cNvSpPr/>
          <p:nvPr/>
        </p:nvSpPr>
        <p:spPr>
          <a:xfrm>
            <a:off x="0" y="0"/>
            <a:ext cx="14629680" cy="8228880"/>
          </a:xfrm>
          <a:prstGeom prst="rect">
            <a:avLst/>
          </a:prstGeom>
          <a:solidFill>
            <a:srgbClr val="111213"/>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2" name="PlaceHolder 1"/>
          <p:cNvSpPr>
            <a:spLocks noGrp="1"/>
          </p:cNvSpPr>
          <p:nvPr>
            <p:ph type="title"/>
          </p:nvPr>
        </p:nvSpPr>
        <p:spPr>
          <a:xfrm>
            <a:off x="731520" y="328320"/>
            <a:ext cx="13167000" cy="1373760"/>
          </a:xfrm>
          <a:prstGeom prst="rect">
            <a:avLst/>
          </a:prstGeom>
          <a:noFill/>
          <a:ln w="0">
            <a:noFill/>
          </a:ln>
        </p:spPr>
        <p:txBody>
          <a:bodyPr lIns="0" rIns="0" tIns="0" bIns="0" anchor="ctr">
            <a:noAutofit/>
          </a:bodyPr>
          <a:p>
            <a:pPr indent="0" algn="ctr">
              <a:buNone/>
            </a:pPr>
            <a:r>
              <a:rPr b="0" lang="en-US" sz="4400" spc="-1" strike="noStrike">
                <a:solidFill>
                  <a:srgbClr val="000000"/>
                </a:solidFill>
                <a:latin typeface="Arial"/>
              </a:rPr>
              <a:t>Click to edit the title text format</a:t>
            </a:r>
            <a:endParaRPr b="0" lang="en-US" sz="4400" spc="-1" strike="noStrike">
              <a:solidFill>
                <a:srgbClr val="000000"/>
              </a:solidFill>
              <a:latin typeface="Arial"/>
            </a:endParaRPr>
          </a:p>
        </p:txBody>
      </p:sp>
      <p:sp>
        <p:nvSpPr>
          <p:cNvPr id="23" name="PlaceHolder 2"/>
          <p:cNvSpPr>
            <a:spLocks noGrp="1"/>
          </p:cNvSpPr>
          <p:nvPr>
            <p:ph type="body"/>
          </p:nvPr>
        </p:nvSpPr>
        <p:spPr>
          <a:xfrm>
            <a:off x="731520" y="1925640"/>
            <a:ext cx="13167000" cy="47725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solidFill>
                  <a:srgbClr val="000000"/>
                </a:solidFill>
                <a:latin typeface="Arial"/>
              </a:rPr>
              <a:t>Click to edit the outline text format</a:t>
            </a:r>
            <a:endParaRPr b="0" lang="en-US"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2800" spc="-1" strike="noStrike">
                <a:solidFill>
                  <a:srgbClr val="000000"/>
                </a:solidFill>
                <a:latin typeface="Arial"/>
              </a:rPr>
              <a:t>Second Outline Level</a:t>
            </a:r>
            <a:endParaRPr b="0" lang="en-US"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2400" spc="-1" strike="noStrike">
                <a:solidFill>
                  <a:srgbClr val="000000"/>
                </a:solidFill>
                <a:latin typeface="Arial"/>
              </a:rPr>
              <a:t>Third Outline Level</a:t>
            </a:r>
            <a:endParaRPr b="0" lang="en-US"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2000" spc="-1" strike="noStrike">
                <a:solidFill>
                  <a:srgbClr val="000000"/>
                </a:solidFill>
                <a:latin typeface="Arial"/>
              </a:rPr>
              <a:t>Fourth Outline Level</a:t>
            </a:r>
            <a:endParaRPr b="0" lang="en-US"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000" spc="-1" strike="noStrike">
                <a:solidFill>
                  <a:srgbClr val="000000"/>
                </a:solidFill>
                <a:latin typeface="Arial"/>
              </a:rPr>
              <a:t>Fifth Outline Level</a:t>
            </a:r>
            <a:endParaRPr b="0" lang="en-US"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000" spc="-1" strike="noStrike">
                <a:solidFill>
                  <a:srgbClr val="000000"/>
                </a:solidFill>
                <a:latin typeface="Arial"/>
              </a:rPr>
              <a:t>Sixth Outline Level</a:t>
            </a:r>
            <a:endParaRPr b="0" lang="en-US"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000" spc="-1" strike="noStrike">
                <a:solidFill>
                  <a:srgbClr val="000000"/>
                </a:solidFill>
                <a:latin typeface="Arial"/>
              </a:rPr>
              <a:t>Seventh Outline Level</a:t>
            </a:r>
            <a:endParaRPr b="0" lang="en-US"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61" r:id="rId2"/>
  </p:sldLayoutIdLst>
</p:sldMaster>
</file>

<file path=ppt/slideMasters/slideMaster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 name="Shape 0"/>
          <p:cNvSpPr/>
          <p:nvPr/>
        </p:nvSpPr>
        <p:spPr>
          <a:xfrm>
            <a:off x="0" y="0"/>
            <a:ext cx="14629680" cy="8228880"/>
          </a:xfrm>
          <a:prstGeom prst="rect">
            <a:avLst/>
          </a:prstGeom>
          <a:solidFill>
            <a:srgbClr val="181a1b"/>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5" name="Shape 1"/>
          <p:cNvSpPr/>
          <p:nvPr/>
        </p:nvSpPr>
        <p:spPr>
          <a:xfrm>
            <a:off x="0" y="0"/>
            <a:ext cx="14629680" cy="8228880"/>
          </a:xfrm>
          <a:prstGeom prst="rect">
            <a:avLst/>
          </a:prstGeom>
          <a:solidFill>
            <a:srgbClr val="111213"/>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6" name="PlaceHolder 1"/>
          <p:cNvSpPr>
            <a:spLocks noGrp="1"/>
          </p:cNvSpPr>
          <p:nvPr>
            <p:ph type="title"/>
          </p:nvPr>
        </p:nvSpPr>
        <p:spPr>
          <a:xfrm>
            <a:off x="731520" y="328320"/>
            <a:ext cx="13167000" cy="1373760"/>
          </a:xfrm>
          <a:prstGeom prst="rect">
            <a:avLst/>
          </a:prstGeom>
          <a:noFill/>
          <a:ln w="0">
            <a:noFill/>
          </a:ln>
        </p:spPr>
        <p:txBody>
          <a:bodyPr lIns="0" rIns="0" tIns="0" bIns="0" anchor="ctr">
            <a:noAutofit/>
          </a:bodyPr>
          <a:p>
            <a:pPr indent="0" algn="ctr">
              <a:buNone/>
            </a:pPr>
            <a:r>
              <a:rPr b="0" lang="en-US" sz="4400" spc="-1" strike="noStrike">
                <a:solidFill>
                  <a:srgbClr val="000000"/>
                </a:solidFill>
                <a:latin typeface="Arial"/>
              </a:rPr>
              <a:t>Click to edit the title text format</a:t>
            </a:r>
            <a:endParaRPr b="0" lang="en-US" sz="4400" spc="-1" strike="noStrike">
              <a:solidFill>
                <a:srgbClr val="000000"/>
              </a:solidFill>
              <a:latin typeface="Arial"/>
            </a:endParaRPr>
          </a:p>
        </p:txBody>
      </p:sp>
      <p:sp>
        <p:nvSpPr>
          <p:cNvPr id="27" name="PlaceHolder 2"/>
          <p:cNvSpPr>
            <a:spLocks noGrp="1"/>
          </p:cNvSpPr>
          <p:nvPr>
            <p:ph type="body"/>
          </p:nvPr>
        </p:nvSpPr>
        <p:spPr>
          <a:xfrm>
            <a:off x="731520" y="1925640"/>
            <a:ext cx="13167000" cy="47725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solidFill>
                  <a:srgbClr val="000000"/>
                </a:solidFill>
                <a:latin typeface="Arial"/>
              </a:rPr>
              <a:t>Click to edit the outline text format</a:t>
            </a:r>
            <a:endParaRPr b="0" lang="en-US"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2800" spc="-1" strike="noStrike">
                <a:solidFill>
                  <a:srgbClr val="000000"/>
                </a:solidFill>
                <a:latin typeface="Arial"/>
              </a:rPr>
              <a:t>Second Outline Level</a:t>
            </a:r>
            <a:endParaRPr b="0" lang="en-US"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2400" spc="-1" strike="noStrike">
                <a:solidFill>
                  <a:srgbClr val="000000"/>
                </a:solidFill>
                <a:latin typeface="Arial"/>
              </a:rPr>
              <a:t>Third Outline Level</a:t>
            </a:r>
            <a:endParaRPr b="0" lang="en-US"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2000" spc="-1" strike="noStrike">
                <a:solidFill>
                  <a:srgbClr val="000000"/>
                </a:solidFill>
                <a:latin typeface="Arial"/>
              </a:rPr>
              <a:t>Fourth Outline Level</a:t>
            </a:r>
            <a:endParaRPr b="0" lang="en-US"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000" spc="-1" strike="noStrike">
                <a:solidFill>
                  <a:srgbClr val="000000"/>
                </a:solidFill>
                <a:latin typeface="Arial"/>
              </a:rPr>
              <a:t>Fifth Outline Level</a:t>
            </a:r>
            <a:endParaRPr b="0" lang="en-US"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000" spc="-1" strike="noStrike">
                <a:solidFill>
                  <a:srgbClr val="000000"/>
                </a:solidFill>
                <a:latin typeface="Arial"/>
              </a:rPr>
              <a:t>Sixth Outline Level</a:t>
            </a:r>
            <a:endParaRPr b="0" lang="en-US"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000" spc="-1" strike="noStrike">
                <a:solidFill>
                  <a:srgbClr val="000000"/>
                </a:solidFill>
                <a:latin typeface="Arial"/>
              </a:rPr>
              <a:t>Seventh Outline Level</a:t>
            </a:r>
            <a:endParaRPr b="0" lang="en-US"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63" r:id="rId2"/>
  </p:sldLayoutIdLst>
</p:sldMaster>
</file>

<file path=ppt/slideMasters/slideMaster9.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 name="Shape 0"/>
          <p:cNvSpPr/>
          <p:nvPr/>
        </p:nvSpPr>
        <p:spPr>
          <a:xfrm>
            <a:off x="0" y="0"/>
            <a:ext cx="14629680" cy="8228880"/>
          </a:xfrm>
          <a:prstGeom prst="rect">
            <a:avLst/>
          </a:prstGeom>
          <a:solidFill>
            <a:srgbClr val="181a1b"/>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9" name="Shape 1"/>
          <p:cNvSpPr/>
          <p:nvPr/>
        </p:nvSpPr>
        <p:spPr>
          <a:xfrm>
            <a:off x="0" y="0"/>
            <a:ext cx="14629680" cy="8228880"/>
          </a:xfrm>
          <a:prstGeom prst="rect">
            <a:avLst/>
          </a:prstGeom>
          <a:solidFill>
            <a:srgbClr val="111213"/>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30" name="PlaceHolder 1"/>
          <p:cNvSpPr>
            <a:spLocks noGrp="1"/>
          </p:cNvSpPr>
          <p:nvPr>
            <p:ph type="title"/>
          </p:nvPr>
        </p:nvSpPr>
        <p:spPr>
          <a:xfrm>
            <a:off x="731520" y="328320"/>
            <a:ext cx="13167000" cy="1373760"/>
          </a:xfrm>
          <a:prstGeom prst="rect">
            <a:avLst/>
          </a:prstGeom>
          <a:noFill/>
          <a:ln w="0">
            <a:noFill/>
          </a:ln>
        </p:spPr>
        <p:txBody>
          <a:bodyPr lIns="0" rIns="0" tIns="0" bIns="0" anchor="ctr">
            <a:noAutofit/>
          </a:bodyPr>
          <a:p>
            <a:pPr indent="0" algn="ctr">
              <a:buNone/>
            </a:pPr>
            <a:r>
              <a:rPr b="0" lang="en-US" sz="4400" spc="-1" strike="noStrike">
                <a:solidFill>
                  <a:srgbClr val="000000"/>
                </a:solidFill>
                <a:latin typeface="Arial"/>
              </a:rPr>
              <a:t>Click to edit the title text format</a:t>
            </a:r>
            <a:endParaRPr b="0" lang="en-US" sz="4400" spc="-1" strike="noStrike">
              <a:solidFill>
                <a:srgbClr val="000000"/>
              </a:solidFill>
              <a:latin typeface="Arial"/>
            </a:endParaRPr>
          </a:p>
        </p:txBody>
      </p:sp>
      <p:sp>
        <p:nvSpPr>
          <p:cNvPr id="31" name="PlaceHolder 2"/>
          <p:cNvSpPr>
            <a:spLocks noGrp="1"/>
          </p:cNvSpPr>
          <p:nvPr>
            <p:ph type="body"/>
          </p:nvPr>
        </p:nvSpPr>
        <p:spPr>
          <a:xfrm>
            <a:off x="731520" y="1925640"/>
            <a:ext cx="13167000" cy="47725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solidFill>
                  <a:srgbClr val="000000"/>
                </a:solidFill>
                <a:latin typeface="Arial"/>
              </a:rPr>
              <a:t>Click to edit the outline text format</a:t>
            </a:r>
            <a:endParaRPr b="0" lang="en-US"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2800" spc="-1" strike="noStrike">
                <a:solidFill>
                  <a:srgbClr val="000000"/>
                </a:solidFill>
                <a:latin typeface="Arial"/>
              </a:rPr>
              <a:t>Second Outline Level</a:t>
            </a:r>
            <a:endParaRPr b="0" lang="en-US"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2400" spc="-1" strike="noStrike">
                <a:solidFill>
                  <a:srgbClr val="000000"/>
                </a:solidFill>
                <a:latin typeface="Arial"/>
              </a:rPr>
              <a:t>Third Outline Level</a:t>
            </a:r>
            <a:endParaRPr b="0" lang="en-US"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2000" spc="-1" strike="noStrike">
                <a:solidFill>
                  <a:srgbClr val="000000"/>
                </a:solidFill>
                <a:latin typeface="Arial"/>
              </a:rPr>
              <a:t>Fourth Outline Level</a:t>
            </a:r>
            <a:endParaRPr b="0" lang="en-US"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000" spc="-1" strike="noStrike">
                <a:solidFill>
                  <a:srgbClr val="000000"/>
                </a:solidFill>
                <a:latin typeface="Arial"/>
              </a:rPr>
              <a:t>Fifth Outline Level</a:t>
            </a:r>
            <a:endParaRPr b="0" lang="en-US"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000" spc="-1" strike="noStrike">
                <a:solidFill>
                  <a:srgbClr val="000000"/>
                </a:solidFill>
                <a:latin typeface="Arial"/>
              </a:rPr>
              <a:t>Sixth Outline Level</a:t>
            </a:r>
            <a:endParaRPr b="0" lang="en-US"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000" spc="-1" strike="noStrike">
                <a:solidFill>
                  <a:srgbClr val="000000"/>
                </a:solidFill>
                <a:latin typeface="Arial"/>
              </a:rPr>
              <a:t>Seventh Outline Level</a:t>
            </a:r>
            <a:endParaRPr b="0" lang="en-US"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65" r:id="rId2"/>
  </p:sldLayoutIdLst>
</p:sldMaster>
</file>

<file path=ppt/slideMasters/slideMaster10.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 name="Shape 0"/>
          <p:cNvSpPr/>
          <p:nvPr/>
        </p:nvSpPr>
        <p:spPr>
          <a:xfrm>
            <a:off x="0" y="0"/>
            <a:ext cx="14629680" cy="8228880"/>
          </a:xfrm>
          <a:prstGeom prst="rect">
            <a:avLst/>
          </a:prstGeom>
          <a:solidFill>
            <a:srgbClr val="181a1b"/>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33" name="Shape 1"/>
          <p:cNvSpPr/>
          <p:nvPr/>
        </p:nvSpPr>
        <p:spPr>
          <a:xfrm>
            <a:off x="0" y="0"/>
            <a:ext cx="14629680" cy="8228880"/>
          </a:xfrm>
          <a:prstGeom prst="rect">
            <a:avLst/>
          </a:prstGeom>
          <a:solidFill>
            <a:srgbClr val="111213"/>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34" name="PlaceHolder 1"/>
          <p:cNvSpPr>
            <a:spLocks noGrp="1"/>
          </p:cNvSpPr>
          <p:nvPr>
            <p:ph type="title"/>
          </p:nvPr>
        </p:nvSpPr>
        <p:spPr>
          <a:xfrm>
            <a:off x="731520" y="328320"/>
            <a:ext cx="13167000" cy="1373760"/>
          </a:xfrm>
          <a:prstGeom prst="rect">
            <a:avLst/>
          </a:prstGeom>
          <a:noFill/>
          <a:ln w="0">
            <a:noFill/>
          </a:ln>
        </p:spPr>
        <p:txBody>
          <a:bodyPr lIns="0" rIns="0" tIns="0" bIns="0" anchor="ctr">
            <a:noAutofit/>
          </a:bodyPr>
          <a:p>
            <a:pPr indent="0" algn="ctr">
              <a:buNone/>
            </a:pPr>
            <a:r>
              <a:rPr b="0" lang="en-US" sz="4400" spc="-1" strike="noStrike">
                <a:solidFill>
                  <a:srgbClr val="000000"/>
                </a:solidFill>
                <a:latin typeface="Arial"/>
              </a:rPr>
              <a:t>Click to edit the title text format</a:t>
            </a:r>
            <a:endParaRPr b="0" lang="en-US" sz="4400" spc="-1" strike="noStrike">
              <a:solidFill>
                <a:srgbClr val="000000"/>
              </a:solidFill>
              <a:latin typeface="Arial"/>
            </a:endParaRPr>
          </a:p>
        </p:txBody>
      </p:sp>
      <p:sp>
        <p:nvSpPr>
          <p:cNvPr id="35" name="PlaceHolder 2"/>
          <p:cNvSpPr>
            <a:spLocks noGrp="1"/>
          </p:cNvSpPr>
          <p:nvPr>
            <p:ph type="body"/>
          </p:nvPr>
        </p:nvSpPr>
        <p:spPr>
          <a:xfrm>
            <a:off x="731520" y="1925640"/>
            <a:ext cx="13167000" cy="47725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solidFill>
                  <a:srgbClr val="000000"/>
                </a:solidFill>
                <a:latin typeface="Arial"/>
              </a:rPr>
              <a:t>Click to edit the outline text format</a:t>
            </a:r>
            <a:endParaRPr b="0" lang="en-US"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2800" spc="-1" strike="noStrike">
                <a:solidFill>
                  <a:srgbClr val="000000"/>
                </a:solidFill>
                <a:latin typeface="Arial"/>
              </a:rPr>
              <a:t>Second Outline Level</a:t>
            </a:r>
            <a:endParaRPr b="0" lang="en-US"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2400" spc="-1" strike="noStrike">
                <a:solidFill>
                  <a:srgbClr val="000000"/>
                </a:solidFill>
                <a:latin typeface="Arial"/>
              </a:rPr>
              <a:t>Third Outline Level</a:t>
            </a:r>
            <a:endParaRPr b="0" lang="en-US"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2000" spc="-1" strike="noStrike">
                <a:solidFill>
                  <a:srgbClr val="000000"/>
                </a:solidFill>
                <a:latin typeface="Arial"/>
              </a:rPr>
              <a:t>Fourth Outline Level</a:t>
            </a:r>
            <a:endParaRPr b="0" lang="en-US"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000" spc="-1" strike="noStrike">
                <a:solidFill>
                  <a:srgbClr val="000000"/>
                </a:solidFill>
                <a:latin typeface="Arial"/>
              </a:rPr>
              <a:t>Fifth Outline Level</a:t>
            </a:r>
            <a:endParaRPr b="0" lang="en-US"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000" spc="-1" strike="noStrike">
                <a:solidFill>
                  <a:srgbClr val="000000"/>
                </a:solidFill>
                <a:latin typeface="Arial"/>
              </a:rPr>
              <a:t>Sixth Outline Level</a:t>
            </a:r>
            <a:endParaRPr b="0" lang="en-US"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000" spc="-1" strike="noStrike">
                <a:solidFill>
                  <a:srgbClr val="000000"/>
                </a:solidFill>
                <a:latin typeface="Arial"/>
              </a:rPr>
              <a:t>Seventh Outline Level</a:t>
            </a:r>
            <a:endParaRPr b="0" lang="en-US"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67" r:id="rId2"/>
  </p:sldLayoutIdLst>
</p:sldMaster>
</file>

<file path=ppt/slideMasters/slideMaster1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 name="Shape 0"/>
          <p:cNvSpPr/>
          <p:nvPr/>
        </p:nvSpPr>
        <p:spPr>
          <a:xfrm>
            <a:off x="0" y="0"/>
            <a:ext cx="14629680" cy="8228880"/>
          </a:xfrm>
          <a:prstGeom prst="rect">
            <a:avLst/>
          </a:prstGeom>
          <a:solidFill>
            <a:srgbClr val="181a1b"/>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37" name="Shape 1"/>
          <p:cNvSpPr/>
          <p:nvPr/>
        </p:nvSpPr>
        <p:spPr>
          <a:xfrm>
            <a:off x="0" y="0"/>
            <a:ext cx="14629680" cy="8228880"/>
          </a:xfrm>
          <a:prstGeom prst="rect">
            <a:avLst/>
          </a:prstGeom>
          <a:solidFill>
            <a:srgbClr val="111213"/>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38" name="PlaceHolder 1"/>
          <p:cNvSpPr>
            <a:spLocks noGrp="1"/>
          </p:cNvSpPr>
          <p:nvPr>
            <p:ph type="title"/>
          </p:nvPr>
        </p:nvSpPr>
        <p:spPr>
          <a:xfrm>
            <a:off x="731520" y="328320"/>
            <a:ext cx="13167000" cy="1373760"/>
          </a:xfrm>
          <a:prstGeom prst="rect">
            <a:avLst/>
          </a:prstGeom>
          <a:noFill/>
          <a:ln w="0">
            <a:noFill/>
          </a:ln>
        </p:spPr>
        <p:txBody>
          <a:bodyPr lIns="0" rIns="0" tIns="0" bIns="0" anchor="ctr">
            <a:noAutofit/>
          </a:bodyPr>
          <a:p>
            <a:pPr indent="0" algn="ctr">
              <a:buNone/>
            </a:pPr>
            <a:r>
              <a:rPr b="0" lang="en-US" sz="4400" spc="-1" strike="noStrike">
                <a:solidFill>
                  <a:srgbClr val="000000"/>
                </a:solidFill>
                <a:latin typeface="Arial"/>
              </a:rPr>
              <a:t>Click to edit the title text format</a:t>
            </a:r>
            <a:endParaRPr b="0" lang="en-US" sz="4400" spc="-1" strike="noStrike">
              <a:solidFill>
                <a:srgbClr val="000000"/>
              </a:solidFill>
              <a:latin typeface="Arial"/>
            </a:endParaRPr>
          </a:p>
        </p:txBody>
      </p:sp>
      <p:sp>
        <p:nvSpPr>
          <p:cNvPr id="39" name="PlaceHolder 2"/>
          <p:cNvSpPr>
            <a:spLocks noGrp="1"/>
          </p:cNvSpPr>
          <p:nvPr>
            <p:ph type="body"/>
          </p:nvPr>
        </p:nvSpPr>
        <p:spPr>
          <a:xfrm>
            <a:off x="731520" y="1925640"/>
            <a:ext cx="13167000" cy="47725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solidFill>
                  <a:srgbClr val="000000"/>
                </a:solidFill>
                <a:latin typeface="Arial"/>
              </a:rPr>
              <a:t>Click to edit the outline text format</a:t>
            </a:r>
            <a:endParaRPr b="0" lang="en-US"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2800" spc="-1" strike="noStrike">
                <a:solidFill>
                  <a:srgbClr val="000000"/>
                </a:solidFill>
                <a:latin typeface="Arial"/>
              </a:rPr>
              <a:t>Second Outline Level</a:t>
            </a:r>
            <a:endParaRPr b="0" lang="en-US"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2400" spc="-1" strike="noStrike">
                <a:solidFill>
                  <a:srgbClr val="000000"/>
                </a:solidFill>
                <a:latin typeface="Arial"/>
              </a:rPr>
              <a:t>Third Outline Level</a:t>
            </a:r>
            <a:endParaRPr b="0" lang="en-US"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2000" spc="-1" strike="noStrike">
                <a:solidFill>
                  <a:srgbClr val="000000"/>
                </a:solidFill>
                <a:latin typeface="Arial"/>
              </a:rPr>
              <a:t>Fourth Outline Level</a:t>
            </a:r>
            <a:endParaRPr b="0" lang="en-US"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000" spc="-1" strike="noStrike">
                <a:solidFill>
                  <a:srgbClr val="000000"/>
                </a:solidFill>
                <a:latin typeface="Arial"/>
              </a:rPr>
              <a:t>Fifth Outline Level</a:t>
            </a:r>
            <a:endParaRPr b="0" lang="en-US"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000" spc="-1" strike="noStrike">
                <a:solidFill>
                  <a:srgbClr val="000000"/>
                </a:solidFill>
                <a:latin typeface="Arial"/>
              </a:rPr>
              <a:t>Sixth Outline Level</a:t>
            </a:r>
            <a:endParaRPr b="0" lang="en-US"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000" spc="-1" strike="noStrike">
                <a:solidFill>
                  <a:srgbClr val="000000"/>
                </a:solidFill>
                <a:latin typeface="Arial"/>
              </a:rPr>
              <a:t>Seventh Outline Level</a:t>
            </a:r>
            <a:endParaRPr b="0" lang="en-US"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69" r:id="rId2"/>
  </p:sldLayoutIdLst>
</p:sldMaster>
</file>

<file path=ppt/slideMasters/slideMaster1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0" name="Shape 0"/>
          <p:cNvSpPr/>
          <p:nvPr/>
        </p:nvSpPr>
        <p:spPr>
          <a:xfrm>
            <a:off x="0" y="0"/>
            <a:ext cx="14629680" cy="8228880"/>
          </a:xfrm>
          <a:prstGeom prst="rect">
            <a:avLst/>
          </a:prstGeom>
          <a:solidFill>
            <a:srgbClr val="181a1b"/>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41" name="Shape 1"/>
          <p:cNvSpPr/>
          <p:nvPr/>
        </p:nvSpPr>
        <p:spPr>
          <a:xfrm>
            <a:off x="0" y="0"/>
            <a:ext cx="14629680" cy="8228880"/>
          </a:xfrm>
          <a:prstGeom prst="rect">
            <a:avLst/>
          </a:prstGeom>
          <a:solidFill>
            <a:srgbClr val="111213"/>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42" name="PlaceHolder 1"/>
          <p:cNvSpPr>
            <a:spLocks noGrp="1"/>
          </p:cNvSpPr>
          <p:nvPr>
            <p:ph type="title"/>
          </p:nvPr>
        </p:nvSpPr>
        <p:spPr>
          <a:xfrm>
            <a:off x="731520" y="328320"/>
            <a:ext cx="13167000" cy="1373760"/>
          </a:xfrm>
          <a:prstGeom prst="rect">
            <a:avLst/>
          </a:prstGeom>
          <a:noFill/>
          <a:ln w="0">
            <a:noFill/>
          </a:ln>
        </p:spPr>
        <p:txBody>
          <a:bodyPr lIns="0" rIns="0" tIns="0" bIns="0" anchor="ctr">
            <a:noAutofit/>
          </a:bodyPr>
          <a:p>
            <a:pPr indent="0" algn="ctr">
              <a:buNone/>
            </a:pPr>
            <a:r>
              <a:rPr b="0" lang="en-US" sz="4400" spc="-1" strike="noStrike">
                <a:solidFill>
                  <a:srgbClr val="000000"/>
                </a:solidFill>
                <a:latin typeface="Arial"/>
              </a:rPr>
              <a:t>Click to edit the title text format</a:t>
            </a:r>
            <a:endParaRPr b="0" lang="en-US" sz="4400" spc="-1" strike="noStrike">
              <a:solidFill>
                <a:srgbClr val="000000"/>
              </a:solidFill>
              <a:latin typeface="Arial"/>
            </a:endParaRPr>
          </a:p>
        </p:txBody>
      </p:sp>
      <p:sp>
        <p:nvSpPr>
          <p:cNvPr id="43" name="PlaceHolder 2"/>
          <p:cNvSpPr>
            <a:spLocks noGrp="1"/>
          </p:cNvSpPr>
          <p:nvPr>
            <p:ph type="body"/>
          </p:nvPr>
        </p:nvSpPr>
        <p:spPr>
          <a:xfrm>
            <a:off x="731520" y="1925640"/>
            <a:ext cx="13167000" cy="47725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solidFill>
                  <a:srgbClr val="000000"/>
                </a:solidFill>
                <a:latin typeface="Arial"/>
              </a:rPr>
              <a:t>Click to edit the outline text format</a:t>
            </a:r>
            <a:endParaRPr b="0" lang="en-US"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2800" spc="-1" strike="noStrike">
                <a:solidFill>
                  <a:srgbClr val="000000"/>
                </a:solidFill>
                <a:latin typeface="Arial"/>
              </a:rPr>
              <a:t>Second Outline Level</a:t>
            </a:r>
            <a:endParaRPr b="0" lang="en-US"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2400" spc="-1" strike="noStrike">
                <a:solidFill>
                  <a:srgbClr val="000000"/>
                </a:solidFill>
                <a:latin typeface="Arial"/>
              </a:rPr>
              <a:t>Third Outline Level</a:t>
            </a:r>
            <a:endParaRPr b="0" lang="en-US"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2000" spc="-1" strike="noStrike">
                <a:solidFill>
                  <a:srgbClr val="000000"/>
                </a:solidFill>
                <a:latin typeface="Arial"/>
              </a:rPr>
              <a:t>Fourth Outline Level</a:t>
            </a:r>
            <a:endParaRPr b="0" lang="en-US"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000" spc="-1" strike="noStrike">
                <a:solidFill>
                  <a:srgbClr val="000000"/>
                </a:solidFill>
                <a:latin typeface="Arial"/>
              </a:rPr>
              <a:t>Fifth Outline Level</a:t>
            </a:r>
            <a:endParaRPr b="0" lang="en-US"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000" spc="-1" strike="noStrike">
                <a:solidFill>
                  <a:srgbClr val="000000"/>
                </a:solidFill>
                <a:latin typeface="Arial"/>
              </a:rPr>
              <a:t>Sixth Outline Level</a:t>
            </a:r>
            <a:endParaRPr b="0" lang="en-US"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000" spc="-1" strike="noStrike">
                <a:solidFill>
                  <a:srgbClr val="000000"/>
                </a:solidFill>
                <a:latin typeface="Arial"/>
              </a:rPr>
              <a:t>Seventh Outline Level</a:t>
            </a:r>
            <a:endParaRPr b="0" lang="en-US"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71" r:id="rId2"/>
  </p:sldLayoutIdLst>
</p:sldMaster>
</file>

<file path=ppt/slides/_rels/slide1.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5.xml"/><Relationship Id="rId3"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6.xml"/><Relationship Id="rId3"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image" Target="../media/image4.svg"/><Relationship Id="rId3" Type="http://schemas.openxmlformats.org/officeDocument/2006/relationships/image" Target="../media/image5.png"/><Relationship Id="rId4" Type="http://schemas.openxmlformats.org/officeDocument/2006/relationships/image" Target="../media/image6.svg"/><Relationship Id="rId5" Type="http://schemas.openxmlformats.org/officeDocument/2006/relationships/image" Target="../media/image7.png"/><Relationship Id="rId6" Type="http://schemas.openxmlformats.org/officeDocument/2006/relationships/image" Target="../media/image8.svg"/><Relationship Id="rId7" Type="http://schemas.openxmlformats.org/officeDocument/2006/relationships/image" Target="../media/image9.png"/><Relationship Id="rId8" Type="http://schemas.openxmlformats.org/officeDocument/2006/relationships/image" Target="../media/image10.svg"/><Relationship Id="rId9" Type="http://schemas.openxmlformats.org/officeDocument/2006/relationships/slideLayout" Target="../slideLayouts/slideLayout7.xml"/><Relationship Id="rId10"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8.xml"/><Relationship Id="rId3"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image" Target="../media/image12.png"/><Relationship Id="rId2" Type="http://schemas.openxmlformats.org/officeDocument/2006/relationships/image" Target="../media/image13.svg"/><Relationship Id="rId3" Type="http://schemas.openxmlformats.org/officeDocument/2006/relationships/image" Target="../media/image14.png"/><Relationship Id="rId4" Type="http://schemas.openxmlformats.org/officeDocument/2006/relationships/slideLayout" Target="../slideLayouts/slideLayout9.xml"/><Relationship Id="rId5"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image" Target="../media/image15.png"/><Relationship Id="rId2" Type="http://schemas.openxmlformats.org/officeDocument/2006/relationships/image" Target="../media/image16.png"/><Relationship Id="rId3" Type="http://schemas.openxmlformats.org/officeDocument/2006/relationships/image" Target="../media/image17.png"/><Relationship Id="rId4" Type="http://schemas.openxmlformats.org/officeDocument/2006/relationships/image" Target="../media/image18.png"/><Relationship Id="rId5" Type="http://schemas.openxmlformats.org/officeDocument/2006/relationships/slideLayout" Target="../slideLayouts/slideLayout10.xml"/><Relationship Id="rId6"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image" Target="../media/image19.png"/><Relationship Id="rId2" Type="http://schemas.openxmlformats.org/officeDocument/2006/relationships/image" Target="../media/image20.png"/><Relationship Id="rId3" Type="http://schemas.openxmlformats.org/officeDocument/2006/relationships/image" Target="../media/image21.svg"/><Relationship Id="rId4" Type="http://schemas.openxmlformats.org/officeDocument/2006/relationships/image" Target="../media/image22.png"/><Relationship Id="rId5" Type="http://schemas.openxmlformats.org/officeDocument/2006/relationships/image" Target="../media/image23.svg"/><Relationship Id="rId6" Type="http://schemas.openxmlformats.org/officeDocument/2006/relationships/image" Target="../media/image24.png"/><Relationship Id="rId7" Type="http://schemas.openxmlformats.org/officeDocument/2006/relationships/image" Target="../media/image25.svg"/><Relationship Id="rId8" Type="http://schemas.openxmlformats.org/officeDocument/2006/relationships/slideLayout" Target="../slideLayouts/slideLayout11.xml"/><Relationship Id="rId9"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image" Target="../media/image26.png"/><Relationship Id="rId2" Type="http://schemas.openxmlformats.org/officeDocument/2006/relationships/image" Target="../media/image27.png"/><Relationship Id="rId3" Type="http://schemas.openxmlformats.org/officeDocument/2006/relationships/image" Target="../media/image28.svg"/><Relationship Id="rId4" Type="http://schemas.openxmlformats.org/officeDocument/2006/relationships/image" Target="../media/image29.png"/><Relationship Id="rId5" Type="http://schemas.openxmlformats.org/officeDocument/2006/relationships/image" Target="../media/image30.svg"/><Relationship Id="rId6" Type="http://schemas.openxmlformats.org/officeDocument/2006/relationships/image" Target="../media/image31.png"/><Relationship Id="rId7" Type="http://schemas.openxmlformats.org/officeDocument/2006/relationships/image" Target="../media/image32.svg"/><Relationship Id="rId8" Type="http://schemas.openxmlformats.org/officeDocument/2006/relationships/slideLayout" Target="../slideLayouts/slideLayout12.xml"/><Relationship Id="rId9"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image" Target="../media/image33.png"/><Relationship Id="rId2" Type="http://schemas.openxmlformats.org/officeDocument/2006/relationships/image" Target="../media/image34.svg"/><Relationship Id="rId3" Type="http://schemas.openxmlformats.org/officeDocument/2006/relationships/image" Target="../media/image35.png"/><Relationship Id="rId4" Type="http://schemas.openxmlformats.org/officeDocument/2006/relationships/image" Target="../media/image36.svg"/><Relationship Id="rId5" Type="http://schemas.openxmlformats.org/officeDocument/2006/relationships/image" Target="../media/image37.png"/><Relationship Id="rId6" Type="http://schemas.openxmlformats.org/officeDocument/2006/relationships/image" Target="../media/image38.svg"/><Relationship Id="rId7" Type="http://schemas.openxmlformats.org/officeDocument/2006/relationships/image" Target="../media/image39.png"/><Relationship Id="rId8" Type="http://schemas.openxmlformats.org/officeDocument/2006/relationships/image" Target="../media/image40.svg"/><Relationship Id="rId9" Type="http://schemas.openxmlformats.org/officeDocument/2006/relationships/image" Target="../media/image41.png"/><Relationship Id="rId10" Type="http://schemas.openxmlformats.org/officeDocument/2006/relationships/slideLayout" Target="../slideLayouts/slideLayout2.xml"/><Relationship Id="rId11"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image" Target="../media/image42.png"/><Relationship Id="rId2" Type="http://schemas.openxmlformats.org/officeDocument/2006/relationships/image" Target="../media/image43.png"/><Relationship Id="rId3" Type="http://schemas.openxmlformats.org/officeDocument/2006/relationships/image" Target="../media/image44.png"/><Relationship Id="rId4" Type="http://schemas.openxmlformats.org/officeDocument/2006/relationships/image" Target="../media/image45.png"/><Relationship Id="rId5" Type="http://schemas.openxmlformats.org/officeDocument/2006/relationships/slideLayout" Target="../slideLayouts/slideLayout3.xml"/><Relationship Id="rId6" Type="http://schemas.openxmlformats.org/officeDocument/2006/relationships/notesSlide" Target="../notesSlides/notesSlide10.xml"/>
</Relationships>
</file>

<file path=ppt/slides/_rels/slide11.xml.rels><?xml version="1.0" encoding="UTF-8"?>
<Relationships xmlns="http://schemas.openxmlformats.org/package/2006/relationships"><Relationship Id="rId1" Type="http://schemas.openxmlformats.org/officeDocument/2006/relationships/image" Target="../media/image46.png"/><Relationship Id="rId2" Type="http://schemas.openxmlformats.org/officeDocument/2006/relationships/image" Target="../media/image47.svg"/><Relationship Id="rId3" Type="http://schemas.openxmlformats.org/officeDocument/2006/relationships/image" Target="../media/image48.png"/><Relationship Id="rId4" Type="http://schemas.openxmlformats.org/officeDocument/2006/relationships/slideLayout" Target="../slideLayouts/slideLayout4.xml"/><Relationship Id="rId5" Type="http://schemas.openxmlformats.org/officeDocument/2006/relationships/notesSlide" Target="../notesSlides/notesSlide11.xml"/>
</Relationships>
</file>

<file path=ppt/slides/_rels/slide12.xml.rels><?xml version="1.0" encoding="UTF-8"?>
<Relationships xmlns="http://schemas.openxmlformats.org/package/2006/relationships"><Relationship Id="rId1" Type="http://schemas.openxmlformats.org/officeDocument/2006/relationships/image" Target="../media/image49.png"/><Relationship Id="rId2" Type="http://schemas.openxmlformats.org/officeDocument/2006/relationships/image" Target="../media/image50.png"/><Relationship Id="rId3" Type="http://schemas.openxmlformats.org/officeDocument/2006/relationships/image" Target="../media/image51.svg"/><Relationship Id="rId4" Type="http://schemas.openxmlformats.org/officeDocument/2006/relationships/slideLayout" Target="../slideLayouts/slideLayout4.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50" name="Image 0" descr="preencoded.png"/>
          <p:cNvPicPr/>
          <p:nvPr/>
        </p:nvPicPr>
        <p:blipFill>
          <a:blip r:embed="rId1"/>
          <a:stretch/>
        </p:blipFill>
        <p:spPr>
          <a:xfrm>
            <a:off x="0" y="0"/>
            <a:ext cx="5485680" cy="8228880"/>
          </a:xfrm>
          <a:prstGeom prst="rect">
            <a:avLst/>
          </a:prstGeom>
          <a:ln w="0">
            <a:noFill/>
          </a:ln>
        </p:spPr>
      </p:pic>
      <p:sp>
        <p:nvSpPr>
          <p:cNvPr id="51" name="Text 0"/>
          <p:cNvSpPr/>
          <p:nvPr/>
        </p:nvSpPr>
        <p:spPr>
          <a:xfrm>
            <a:off x="6350040" y="3177360"/>
            <a:ext cx="7415640" cy="1226160"/>
          </a:xfrm>
          <a:prstGeom prst="rect">
            <a:avLst/>
          </a:prstGeom>
          <a:noFill/>
          <a:ln w="0">
            <a:noFill/>
          </a:ln>
        </p:spPr>
        <p:style>
          <a:lnRef idx="0"/>
          <a:fillRef idx="0"/>
          <a:effectRef idx="0"/>
          <a:fontRef idx="minor"/>
        </p:style>
        <p:txBody>
          <a:bodyPr lIns="0" rIns="0" tIns="0" bIns="0" anchor="t">
            <a:noAutofit/>
          </a:bodyPr>
          <a:p>
            <a:pPr>
              <a:lnSpc>
                <a:spcPts val="4799"/>
              </a:lnSpc>
              <a:tabLst>
                <a:tab algn="l" pos="0"/>
              </a:tabLst>
            </a:pPr>
            <a:r>
              <a:rPr b="1" lang="en-US" sz="3850" spc="-1" strike="noStrike">
                <a:solidFill>
                  <a:srgbClr val="ffffff"/>
                </a:solidFill>
                <a:latin typeface="Montserrat Bold"/>
                <a:ea typeface="Montserrat Bold"/>
              </a:rPr>
              <a:t>Məlumat Analitikası və Gələcək Proqnozlaşdırma</a:t>
            </a:r>
            <a:endParaRPr b="0" lang="en-US" sz="3850" spc="-1" strike="noStrike">
              <a:solidFill>
                <a:srgbClr val="000000"/>
              </a:solidFill>
              <a:latin typeface="Arial"/>
            </a:endParaRPr>
          </a:p>
        </p:txBody>
      </p:sp>
      <p:sp>
        <p:nvSpPr>
          <p:cNvPr id="52" name="Text 1"/>
          <p:cNvSpPr/>
          <p:nvPr/>
        </p:nvSpPr>
        <p:spPr>
          <a:xfrm>
            <a:off x="6350040" y="4728240"/>
            <a:ext cx="7415640" cy="323280"/>
          </a:xfrm>
          <a:prstGeom prst="rect">
            <a:avLst/>
          </a:prstGeom>
          <a:noFill/>
          <a:ln w="0">
            <a:noFill/>
          </a:ln>
        </p:spPr>
        <p:style>
          <a:lnRef idx="0"/>
          <a:fillRef idx="0"/>
          <a:effectRef idx="0"/>
          <a:fontRef idx="minor"/>
        </p:style>
        <p:txBody>
          <a:bodyPr wrap="none" lIns="0" rIns="0" tIns="0" bIns="0" anchor="t">
            <a:noAutofit/>
          </a:bodyPr>
          <a:p>
            <a:pPr>
              <a:lnSpc>
                <a:spcPts val="2551"/>
              </a:lnSpc>
              <a:tabLst>
                <a:tab algn="l" pos="0"/>
              </a:tabLst>
            </a:pPr>
            <a:r>
              <a:rPr b="0" lang="en-US" sz="1700" spc="-1" strike="noStrike">
                <a:solidFill>
                  <a:srgbClr val="e2e6e9"/>
                </a:solidFill>
                <a:latin typeface="Source Sans 3"/>
                <a:ea typeface="Source Sans 3"/>
              </a:rPr>
              <a:t>Müəllim: Orkhan Iskandarov</a:t>
            </a:r>
            <a:endParaRPr b="0" lang="en-US" sz="17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53" name="Image 0" descr="preencoded.png"/>
          <p:cNvPicPr/>
          <p:nvPr/>
        </p:nvPicPr>
        <p:blipFill>
          <a:blip r:embed="rId1"/>
          <a:stretch/>
        </p:blipFill>
        <p:spPr>
          <a:xfrm>
            <a:off x="9144000" y="0"/>
            <a:ext cx="5485680" cy="8228880"/>
          </a:xfrm>
          <a:prstGeom prst="rect">
            <a:avLst/>
          </a:prstGeom>
          <a:ln w="0">
            <a:noFill/>
          </a:ln>
        </p:spPr>
      </p:pic>
      <p:sp>
        <p:nvSpPr>
          <p:cNvPr id="54" name="Shape 0"/>
          <p:cNvSpPr/>
          <p:nvPr/>
        </p:nvSpPr>
        <p:spPr>
          <a:xfrm>
            <a:off x="863640" y="1404000"/>
            <a:ext cx="646200" cy="388080"/>
          </a:xfrm>
          <a:prstGeom prst="roundRect">
            <a:avLst>
              <a:gd name="adj" fmla="val 6669"/>
            </a:avLst>
          </a:prstGeom>
          <a:solidFill>
            <a:srgbClr val="262626"/>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55" name="Text 1"/>
          <p:cNvSpPr/>
          <p:nvPr/>
        </p:nvSpPr>
        <p:spPr>
          <a:xfrm>
            <a:off x="993240" y="1468800"/>
            <a:ext cx="387000" cy="258480"/>
          </a:xfrm>
          <a:prstGeom prst="rect">
            <a:avLst/>
          </a:prstGeom>
          <a:noFill/>
          <a:ln w="0">
            <a:noFill/>
          </a:ln>
        </p:spPr>
        <p:style>
          <a:lnRef idx="0"/>
          <a:fillRef idx="0"/>
          <a:effectRef idx="0"/>
          <a:fontRef idx="minor"/>
        </p:style>
        <p:txBody>
          <a:bodyPr wrap="none" lIns="0" rIns="0" tIns="0" bIns="0" anchor="t">
            <a:noAutofit/>
          </a:bodyPr>
          <a:p>
            <a:pPr>
              <a:lnSpc>
                <a:spcPts val="2001"/>
              </a:lnSpc>
              <a:tabLst>
                <a:tab algn="l" pos="0"/>
              </a:tabLst>
            </a:pPr>
            <a:r>
              <a:rPr b="0" lang="en-US" sz="1350" spc="-1" strike="noStrike">
                <a:solidFill>
                  <a:srgbClr val="e2e6e9"/>
                </a:solidFill>
                <a:latin typeface="Source Sans 3"/>
                <a:ea typeface="Source Sans 3"/>
              </a:rPr>
              <a:t>GIRIŞ</a:t>
            </a:r>
            <a:endParaRPr b="0" lang="en-US" sz="1350" spc="-1" strike="noStrike">
              <a:solidFill>
                <a:srgbClr val="000000"/>
              </a:solidFill>
              <a:latin typeface="Arial"/>
            </a:endParaRPr>
          </a:p>
        </p:txBody>
      </p:sp>
      <p:sp>
        <p:nvSpPr>
          <p:cNvPr id="56" name="Text 2"/>
          <p:cNvSpPr/>
          <p:nvPr/>
        </p:nvSpPr>
        <p:spPr>
          <a:xfrm>
            <a:off x="863640" y="1878840"/>
            <a:ext cx="6581160" cy="612720"/>
          </a:xfrm>
          <a:prstGeom prst="rect">
            <a:avLst/>
          </a:prstGeom>
          <a:noFill/>
          <a:ln w="0">
            <a:noFill/>
          </a:ln>
        </p:spPr>
        <p:style>
          <a:lnRef idx="0"/>
          <a:fillRef idx="0"/>
          <a:effectRef idx="0"/>
          <a:fontRef idx="minor"/>
        </p:style>
        <p:txBody>
          <a:bodyPr wrap="none" lIns="0" rIns="0" tIns="0" bIns="0" anchor="t">
            <a:noAutofit/>
          </a:bodyPr>
          <a:p>
            <a:pPr>
              <a:lnSpc>
                <a:spcPts val="4799"/>
              </a:lnSpc>
              <a:tabLst>
                <a:tab algn="l" pos="0"/>
              </a:tabLst>
            </a:pPr>
            <a:r>
              <a:rPr b="1" lang="en-US" sz="3850" spc="-1" strike="noStrike">
                <a:solidFill>
                  <a:srgbClr val="ffffff"/>
                </a:solidFill>
                <a:latin typeface="Montserrat Bold"/>
                <a:ea typeface="Montserrat Bold"/>
              </a:rPr>
              <a:t>Bu Gün Öyrənəcəklərimiz</a:t>
            </a:r>
            <a:endParaRPr b="0" lang="en-US" sz="3850" spc="-1" strike="noStrike">
              <a:solidFill>
                <a:srgbClr val="000000"/>
              </a:solidFill>
              <a:latin typeface="Arial"/>
            </a:endParaRPr>
          </a:p>
        </p:txBody>
      </p:sp>
      <p:sp>
        <p:nvSpPr>
          <p:cNvPr id="57" name="Shape 3"/>
          <p:cNvSpPr/>
          <p:nvPr/>
        </p:nvSpPr>
        <p:spPr>
          <a:xfrm>
            <a:off x="863640" y="2816280"/>
            <a:ext cx="2327400" cy="2469960"/>
          </a:xfrm>
          <a:prstGeom prst="roundRect">
            <a:avLst>
              <a:gd name="adj" fmla="val 1392"/>
            </a:avLst>
          </a:prstGeom>
          <a:solidFill>
            <a:srgbClr val="303132"/>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58" name="Text 4"/>
          <p:cNvSpPr/>
          <p:nvPr/>
        </p:nvSpPr>
        <p:spPr>
          <a:xfrm>
            <a:off x="1079640" y="3032280"/>
            <a:ext cx="1895760" cy="306000"/>
          </a:xfrm>
          <a:prstGeom prst="rect">
            <a:avLst/>
          </a:prstGeom>
          <a:noFill/>
          <a:ln w="0">
            <a:noFill/>
          </a:ln>
        </p:spPr>
        <p:style>
          <a:lnRef idx="0"/>
          <a:fillRef idx="0"/>
          <a:effectRef idx="0"/>
          <a:fontRef idx="minor"/>
        </p:style>
        <p:txBody>
          <a:bodyPr wrap="none" lIns="0" rIns="0" tIns="0" bIns="0" anchor="t">
            <a:noAutofit/>
          </a:bodyPr>
          <a:p>
            <a:pPr>
              <a:lnSpc>
                <a:spcPts val="2401"/>
              </a:lnSpc>
              <a:tabLst>
                <a:tab algn="l" pos="0"/>
              </a:tabLst>
            </a:pPr>
            <a:r>
              <a:rPr b="1" lang="en-US" sz="1900" spc="-1" strike="noStrike">
                <a:solidFill>
                  <a:srgbClr val="e2e6e9"/>
                </a:solidFill>
                <a:latin typeface="Montserrat Bold"/>
                <a:ea typeface="Montserrat Bold"/>
              </a:rPr>
              <a:t>Əsas Məqsəd</a:t>
            </a:r>
            <a:endParaRPr b="0" lang="en-US" sz="1900" spc="-1" strike="noStrike">
              <a:solidFill>
                <a:srgbClr val="000000"/>
              </a:solidFill>
              <a:latin typeface="Arial"/>
            </a:endParaRPr>
          </a:p>
        </p:txBody>
      </p:sp>
      <p:sp>
        <p:nvSpPr>
          <p:cNvPr id="59" name="Text 5"/>
          <p:cNvSpPr/>
          <p:nvPr/>
        </p:nvSpPr>
        <p:spPr>
          <a:xfrm>
            <a:off x="1079640" y="3468240"/>
            <a:ext cx="1895760" cy="1295280"/>
          </a:xfrm>
          <a:prstGeom prst="rect">
            <a:avLst/>
          </a:prstGeom>
          <a:noFill/>
          <a:ln w="0">
            <a:noFill/>
          </a:ln>
        </p:spPr>
        <p:style>
          <a:lnRef idx="0"/>
          <a:fillRef idx="0"/>
          <a:effectRef idx="0"/>
          <a:fontRef idx="minor"/>
        </p:style>
        <p:txBody>
          <a:bodyPr lIns="0" rIns="0" tIns="0" bIns="0" anchor="t">
            <a:noAutofit/>
          </a:bodyPr>
          <a:p>
            <a:pPr>
              <a:lnSpc>
                <a:spcPts val="2551"/>
              </a:lnSpc>
              <a:tabLst>
                <a:tab algn="l" pos="0"/>
              </a:tabLst>
            </a:pPr>
            <a:r>
              <a:rPr b="0" lang="en-US" sz="1700" spc="-1" strike="noStrike">
                <a:solidFill>
                  <a:srgbClr val="e2e6e9"/>
                </a:solidFill>
                <a:latin typeface="Source Sans 3"/>
                <a:ea typeface="Source Sans 3"/>
              </a:rPr>
              <a:t>Məlumatları gələcək qərarlara necə çevirməyi öyrənəcəyik</a:t>
            </a:r>
            <a:endParaRPr b="0" lang="en-US" sz="1700" spc="-1" strike="noStrike">
              <a:solidFill>
                <a:srgbClr val="000000"/>
              </a:solidFill>
              <a:latin typeface="Arial"/>
            </a:endParaRPr>
          </a:p>
        </p:txBody>
      </p:sp>
      <p:sp>
        <p:nvSpPr>
          <p:cNvPr id="60" name="Shape 6"/>
          <p:cNvSpPr/>
          <p:nvPr/>
        </p:nvSpPr>
        <p:spPr>
          <a:xfrm>
            <a:off x="3407760" y="2816280"/>
            <a:ext cx="2327400" cy="2469960"/>
          </a:xfrm>
          <a:prstGeom prst="roundRect">
            <a:avLst>
              <a:gd name="adj" fmla="val 1391"/>
            </a:avLst>
          </a:prstGeom>
          <a:solidFill>
            <a:srgbClr val="303132"/>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61" name="Text 7"/>
          <p:cNvSpPr/>
          <p:nvPr/>
        </p:nvSpPr>
        <p:spPr>
          <a:xfrm>
            <a:off x="3623760" y="3032280"/>
            <a:ext cx="1895760" cy="612720"/>
          </a:xfrm>
          <a:prstGeom prst="rect">
            <a:avLst/>
          </a:prstGeom>
          <a:noFill/>
          <a:ln w="0">
            <a:noFill/>
          </a:ln>
        </p:spPr>
        <p:style>
          <a:lnRef idx="0"/>
          <a:fillRef idx="0"/>
          <a:effectRef idx="0"/>
          <a:fontRef idx="minor"/>
        </p:style>
        <p:txBody>
          <a:bodyPr lIns="0" rIns="0" tIns="0" bIns="0" anchor="t">
            <a:noAutofit/>
          </a:bodyPr>
          <a:p>
            <a:pPr>
              <a:lnSpc>
                <a:spcPts val="2401"/>
              </a:lnSpc>
              <a:tabLst>
                <a:tab algn="l" pos="0"/>
              </a:tabLst>
            </a:pPr>
            <a:r>
              <a:rPr b="1" lang="en-US" sz="1900" spc="-1" strike="noStrike">
                <a:solidFill>
                  <a:srgbClr val="e2e6e9"/>
                </a:solidFill>
                <a:latin typeface="Montserrat Bold"/>
                <a:ea typeface="Montserrat Bold"/>
              </a:rPr>
              <a:t>Praktik Bacarıqlar</a:t>
            </a:r>
            <a:endParaRPr b="0" lang="en-US" sz="1900" spc="-1" strike="noStrike">
              <a:solidFill>
                <a:srgbClr val="000000"/>
              </a:solidFill>
              <a:latin typeface="Arial"/>
            </a:endParaRPr>
          </a:p>
        </p:txBody>
      </p:sp>
      <p:sp>
        <p:nvSpPr>
          <p:cNvPr id="62" name="Text 8"/>
          <p:cNvSpPr/>
          <p:nvPr/>
        </p:nvSpPr>
        <p:spPr>
          <a:xfrm>
            <a:off x="3623760" y="3774960"/>
            <a:ext cx="1895760" cy="1295280"/>
          </a:xfrm>
          <a:prstGeom prst="rect">
            <a:avLst/>
          </a:prstGeom>
          <a:noFill/>
          <a:ln w="0">
            <a:noFill/>
          </a:ln>
        </p:spPr>
        <p:style>
          <a:lnRef idx="0"/>
          <a:fillRef idx="0"/>
          <a:effectRef idx="0"/>
          <a:fontRef idx="minor"/>
        </p:style>
        <p:txBody>
          <a:bodyPr lIns="0" rIns="0" tIns="0" bIns="0" anchor="t">
            <a:noAutofit/>
          </a:bodyPr>
          <a:p>
            <a:pPr>
              <a:lnSpc>
                <a:spcPts val="2551"/>
              </a:lnSpc>
              <a:tabLst>
                <a:tab algn="l" pos="0"/>
              </a:tabLst>
            </a:pPr>
            <a:r>
              <a:rPr b="0" lang="en-US" sz="1700" spc="-1" strike="noStrike">
                <a:solidFill>
                  <a:srgbClr val="e2e6e9"/>
                </a:solidFill>
                <a:latin typeface="Source Sans 3"/>
                <a:ea typeface="Source Sans 3"/>
              </a:rPr>
              <a:t>Proqnozlaşdırma metodları və simulyasiya alətləri ilə tanışlıq</a:t>
            </a:r>
            <a:endParaRPr b="0" lang="en-US" sz="1700" spc="-1" strike="noStrike">
              <a:solidFill>
                <a:srgbClr val="000000"/>
              </a:solidFill>
              <a:latin typeface="Arial"/>
            </a:endParaRPr>
          </a:p>
        </p:txBody>
      </p:sp>
      <p:sp>
        <p:nvSpPr>
          <p:cNvPr id="63" name="Shape 9"/>
          <p:cNvSpPr/>
          <p:nvPr/>
        </p:nvSpPr>
        <p:spPr>
          <a:xfrm>
            <a:off x="5951880" y="2816280"/>
            <a:ext cx="2327400" cy="2469960"/>
          </a:xfrm>
          <a:prstGeom prst="roundRect">
            <a:avLst>
              <a:gd name="adj" fmla="val 1391"/>
            </a:avLst>
          </a:prstGeom>
          <a:solidFill>
            <a:srgbClr val="303132"/>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64" name="Text 10"/>
          <p:cNvSpPr/>
          <p:nvPr/>
        </p:nvSpPr>
        <p:spPr>
          <a:xfrm>
            <a:off x="6167880" y="3032280"/>
            <a:ext cx="1895760" cy="306000"/>
          </a:xfrm>
          <a:prstGeom prst="rect">
            <a:avLst/>
          </a:prstGeom>
          <a:noFill/>
          <a:ln w="0">
            <a:noFill/>
          </a:ln>
        </p:spPr>
        <p:style>
          <a:lnRef idx="0"/>
          <a:fillRef idx="0"/>
          <a:effectRef idx="0"/>
          <a:fontRef idx="minor"/>
        </p:style>
        <p:txBody>
          <a:bodyPr wrap="none" lIns="0" rIns="0" tIns="0" bIns="0" anchor="t">
            <a:noAutofit/>
          </a:bodyPr>
          <a:p>
            <a:pPr>
              <a:lnSpc>
                <a:spcPts val="2401"/>
              </a:lnSpc>
              <a:tabLst>
                <a:tab algn="l" pos="0"/>
              </a:tabLst>
            </a:pPr>
            <a:r>
              <a:rPr b="1" lang="en-US" sz="1900" spc="-1" strike="noStrike">
                <a:solidFill>
                  <a:srgbClr val="e2e6e9"/>
                </a:solidFill>
                <a:latin typeface="Montserrat Bold"/>
                <a:ea typeface="Montserrat Bold"/>
              </a:rPr>
              <a:t>Real Tətbiq</a:t>
            </a:r>
            <a:endParaRPr b="0" lang="en-US" sz="1900" spc="-1" strike="noStrike">
              <a:solidFill>
                <a:srgbClr val="000000"/>
              </a:solidFill>
              <a:latin typeface="Arial"/>
            </a:endParaRPr>
          </a:p>
        </p:txBody>
      </p:sp>
      <p:sp>
        <p:nvSpPr>
          <p:cNvPr id="65" name="Text 11"/>
          <p:cNvSpPr/>
          <p:nvPr/>
        </p:nvSpPr>
        <p:spPr>
          <a:xfrm>
            <a:off x="6167880" y="3468240"/>
            <a:ext cx="1895760" cy="971280"/>
          </a:xfrm>
          <a:prstGeom prst="rect">
            <a:avLst/>
          </a:prstGeom>
          <a:noFill/>
          <a:ln w="0">
            <a:noFill/>
          </a:ln>
        </p:spPr>
        <p:style>
          <a:lnRef idx="0"/>
          <a:fillRef idx="0"/>
          <a:effectRef idx="0"/>
          <a:fontRef idx="minor"/>
        </p:style>
        <p:txBody>
          <a:bodyPr lIns="0" rIns="0" tIns="0" bIns="0" anchor="t">
            <a:noAutofit/>
          </a:bodyPr>
          <a:p>
            <a:pPr>
              <a:lnSpc>
                <a:spcPts val="2551"/>
              </a:lnSpc>
              <a:tabLst>
                <a:tab algn="l" pos="0"/>
              </a:tabLst>
            </a:pPr>
            <a:r>
              <a:rPr b="0" lang="en-US" sz="1700" spc="-1" strike="noStrike">
                <a:solidFill>
                  <a:srgbClr val="e2e6e9"/>
                </a:solidFill>
                <a:latin typeface="Source Sans 3"/>
                <a:ea typeface="Source Sans 3"/>
              </a:rPr>
              <a:t>Biznes qərarlarında analitikanın rolu və əhəmiyyəti</a:t>
            </a:r>
            <a:endParaRPr b="0" lang="en-US" sz="1700" spc="-1" strike="noStrike">
              <a:solidFill>
                <a:srgbClr val="000000"/>
              </a:solidFill>
              <a:latin typeface="Arial"/>
            </a:endParaRPr>
          </a:p>
        </p:txBody>
      </p:sp>
      <p:sp>
        <p:nvSpPr>
          <p:cNvPr id="66" name="Text 12"/>
          <p:cNvSpPr/>
          <p:nvPr/>
        </p:nvSpPr>
        <p:spPr>
          <a:xfrm>
            <a:off x="863640" y="5529600"/>
            <a:ext cx="7415640" cy="1295280"/>
          </a:xfrm>
          <a:prstGeom prst="rect">
            <a:avLst/>
          </a:prstGeom>
          <a:noFill/>
          <a:ln w="0">
            <a:noFill/>
          </a:ln>
        </p:spPr>
        <p:style>
          <a:lnRef idx="0"/>
          <a:fillRef idx="0"/>
          <a:effectRef idx="0"/>
          <a:fontRef idx="minor"/>
        </p:style>
        <p:txBody>
          <a:bodyPr lIns="0" rIns="0" tIns="0" bIns="0" anchor="t">
            <a:noAutofit/>
          </a:bodyPr>
          <a:p>
            <a:pPr>
              <a:lnSpc>
                <a:spcPts val="2551"/>
              </a:lnSpc>
              <a:tabLst>
                <a:tab algn="l" pos="0"/>
              </a:tabLst>
            </a:pPr>
            <a:r>
              <a:rPr b="0" lang="en-US" sz="1700" spc="-1" strike="noStrike">
                <a:solidFill>
                  <a:srgbClr val="e2e6e9"/>
                </a:solidFill>
                <a:latin typeface="Source Sans 3"/>
                <a:ea typeface="Source Sans 3"/>
              </a:rPr>
              <a:t>Bu dərsdə prediktiv analitika və proqnozlaşdırma metodlarının əsaslarını mənimsəyəcək, real biznes ssenarilərində necə tətbiq edildiyini görəcəksiniz. Məlumat analitikası sizə gələcəyə baxış imkanı verəcək və strategik qərarlar qəbul etməkdə güclü alət olacaq.</a:t>
            </a:r>
            <a:endParaRPr b="0" lang="en-US" sz="17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7" name="Shape 0"/>
          <p:cNvSpPr/>
          <p:nvPr/>
        </p:nvSpPr>
        <p:spPr>
          <a:xfrm>
            <a:off x="788040" y="795600"/>
            <a:ext cx="858960" cy="358560"/>
          </a:xfrm>
          <a:prstGeom prst="roundRect">
            <a:avLst>
              <a:gd name="adj" fmla="val 6579"/>
            </a:avLst>
          </a:prstGeom>
          <a:noFill/>
          <a:ln w="7620">
            <a:solidFill>
              <a:srgbClr val="ffffff"/>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68" name="Text 1"/>
          <p:cNvSpPr/>
          <p:nvPr/>
        </p:nvSpPr>
        <p:spPr>
          <a:xfrm>
            <a:off x="913680" y="862200"/>
            <a:ext cx="607320" cy="225360"/>
          </a:xfrm>
          <a:prstGeom prst="rect">
            <a:avLst/>
          </a:prstGeom>
          <a:noFill/>
          <a:ln w="0">
            <a:noFill/>
          </a:ln>
        </p:spPr>
        <p:style>
          <a:lnRef idx="0"/>
          <a:fillRef idx="0"/>
          <a:effectRef idx="0"/>
          <a:fontRef idx="minor"/>
        </p:style>
        <p:txBody>
          <a:bodyPr wrap="none" lIns="0" rIns="0" tIns="0" bIns="0" anchor="t">
            <a:noAutofit/>
          </a:bodyPr>
          <a:p>
            <a:pPr>
              <a:lnSpc>
                <a:spcPts val="1749"/>
              </a:lnSpc>
              <a:tabLst>
                <a:tab algn="l" pos="0"/>
              </a:tabLst>
            </a:pPr>
            <a:r>
              <a:rPr b="0" lang="en-US" sz="1200" spc="-1" strike="noStrike">
                <a:solidFill>
                  <a:srgbClr val="ffffff"/>
                </a:solidFill>
                <a:latin typeface="Source Sans 3"/>
                <a:ea typeface="Source Sans 3"/>
              </a:rPr>
              <a:t>ƏSASLAR</a:t>
            </a:r>
            <a:endParaRPr b="0" lang="en-US" sz="1200" spc="-1" strike="noStrike">
              <a:solidFill>
                <a:srgbClr val="000000"/>
              </a:solidFill>
              <a:latin typeface="Arial"/>
            </a:endParaRPr>
          </a:p>
        </p:txBody>
      </p:sp>
      <p:sp>
        <p:nvSpPr>
          <p:cNvPr id="69" name="Text 2"/>
          <p:cNvSpPr/>
          <p:nvPr/>
        </p:nvSpPr>
        <p:spPr>
          <a:xfrm>
            <a:off x="788040" y="1226880"/>
            <a:ext cx="5548320" cy="559080"/>
          </a:xfrm>
          <a:prstGeom prst="rect">
            <a:avLst/>
          </a:prstGeom>
          <a:noFill/>
          <a:ln w="0">
            <a:noFill/>
          </a:ln>
        </p:spPr>
        <p:style>
          <a:lnRef idx="0"/>
          <a:fillRef idx="0"/>
          <a:effectRef idx="0"/>
          <a:fontRef idx="minor"/>
        </p:style>
        <p:txBody>
          <a:bodyPr wrap="none" lIns="0" rIns="0" tIns="0" bIns="0" anchor="t">
            <a:noAutofit/>
          </a:bodyPr>
          <a:p>
            <a:pPr>
              <a:lnSpc>
                <a:spcPts val="4399"/>
              </a:lnSpc>
              <a:tabLst>
                <a:tab algn="l" pos="0"/>
              </a:tabLst>
            </a:pPr>
            <a:r>
              <a:rPr b="1" lang="en-US" sz="3500" spc="-1" strike="noStrike">
                <a:solidFill>
                  <a:srgbClr val="ffffff"/>
                </a:solidFill>
                <a:latin typeface="Montserrat Bold"/>
                <a:ea typeface="Montserrat Bold"/>
              </a:rPr>
              <a:t>Analitikanın 4 Səviyyəsi</a:t>
            </a:r>
            <a:endParaRPr b="0" lang="en-US" sz="3500" spc="-1" strike="noStrike">
              <a:solidFill>
                <a:srgbClr val="000000"/>
              </a:solidFill>
              <a:latin typeface="Arial"/>
            </a:endParaRPr>
          </a:p>
        </p:txBody>
      </p:sp>
      <p:sp>
        <p:nvSpPr>
          <p:cNvPr id="70" name="Text 3"/>
          <p:cNvSpPr/>
          <p:nvPr/>
        </p:nvSpPr>
        <p:spPr>
          <a:xfrm>
            <a:off x="788040" y="2055960"/>
            <a:ext cx="13053600" cy="564480"/>
          </a:xfrm>
          <a:prstGeom prst="rect">
            <a:avLst/>
          </a:prstGeom>
          <a:noFill/>
          <a:ln w="0">
            <a:noFill/>
          </a:ln>
        </p:spPr>
        <p:style>
          <a:lnRef idx="0"/>
          <a:fillRef idx="0"/>
          <a:effectRef idx="0"/>
          <a:fontRef idx="minor"/>
        </p:style>
        <p:txBody>
          <a:bodyPr lIns="0" rIns="0" tIns="0" bIns="0" anchor="t">
            <a:noAutofit/>
          </a:bodyPr>
          <a:p>
            <a:pPr>
              <a:lnSpc>
                <a:spcPts val="2200"/>
              </a:lnSpc>
              <a:tabLst>
                <a:tab algn="l" pos="0"/>
              </a:tabLst>
            </a:pPr>
            <a:r>
              <a:rPr b="0" lang="en-US" sz="1550" spc="-1" strike="noStrike">
                <a:solidFill>
                  <a:srgbClr val="e2e6e9"/>
                </a:solidFill>
                <a:latin typeface="Source Sans 3"/>
                <a:ea typeface="Source Sans 3"/>
              </a:rPr>
              <a:t>Məlumat analitikası dörd əsas səviyyədən ibarətdir və hər biri fərqli suallara cavab verir. Bu səviyyələri anlamaq, düzgün analitik yanaşmanı seçmək üçün vacibdir.</a:t>
            </a:r>
            <a:endParaRPr b="0" lang="en-US" sz="1550" spc="-1" strike="noStrike">
              <a:solidFill>
                <a:srgbClr val="000000"/>
              </a:solidFill>
              <a:latin typeface="Arial"/>
            </a:endParaRPr>
          </a:p>
        </p:txBody>
      </p:sp>
      <p:sp>
        <p:nvSpPr>
          <p:cNvPr id="71" name="Shape 4"/>
          <p:cNvSpPr/>
          <p:nvPr/>
        </p:nvSpPr>
        <p:spPr>
          <a:xfrm>
            <a:off x="1083240" y="3315240"/>
            <a:ext cx="6141240" cy="196200"/>
          </a:xfrm>
          <a:prstGeom prst="roundRect">
            <a:avLst>
              <a:gd name="adj" fmla="val 15006"/>
            </a:avLst>
          </a:prstGeom>
          <a:solidFill>
            <a:srgbClr val="303132"/>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72" name="Shape 5"/>
          <p:cNvSpPr/>
          <p:nvPr/>
        </p:nvSpPr>
        <p:spPr>
          <a:xfrm>
            <a:off x="788040" y="3118320"/>
            <a:ext cx="590040" cy="590040"/>
          </a:xfrm>
          <a:prstGeom prst="roundRect">
            <a:avLst>
              <a:gd name="adj" fmla="val 77373"/>
            </a:avLst>
          </a:prstGeom>
          <a:solidFill>
            <a:srgbClr val="303132"/>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pic>
        <p:nvPicPr>
          <p:cNvPr id="73" name="Image 0" descr="preencoded.png"/>
          <p:cNvPicPr/>
          <p:nvPr/>
        </p:nvPicPr>
        <p:blipFill>
          <a:blip r:embed="rId1">
            <a:extLst>
              <a:ext uri="{96DAC541-7B7A-43D3-8B79-37D633B846F1}">
                <asvg:svgBlip xmlns:asvg="http://schemas.microsoft.com/office/drawing/2016/SVG/main" r:embed="rId2"/>
              </a:ext>
            </a:extLst>
          </a:blip>
          <a:stretch/>
        </p:blipFill>
        <p:spPr>
          <a:xfrm>
            <a:off x="935640" y="3266280"/>
            <a:ext cx="294840" cy="294840"/>
          </a:xfrm>
          <a:prstGeom prst="rect">
            <a:avLst/>
          </a:prstGeom>
          <a:ln w="0">
            <a:noFill/>
          </a:ln>
        </p:spPr>
      </p:pic>
      <p:sp>
        <p:nvSpPr>
          <p:cNvPr id="74" name="Text 6"/>
          <p:cNvSpPr/>
          <p:nvPr/>
        </p:nvSpPr>
        <p:spPr>
          <a:xfrm>
            <a:off x="984960" y="3889080"/>
            <a:ext cx="2314440" cy="279000"/>
          </a:xfrm>
          <a:prstGeom prst="rect">
            <a:avLst/>
          </a:prstGeom>
          <a:noFill/>
          <a:ln w="0">
            <a:noFill/>
          </a:ln>
        </p:spPr>
        <p:style>
          <a:lnRef idx="0"/>
          <a:fillRef idx="0"/>
          <a:effectRef idx="0"/>
          <a:fontRef idx="minor"/>
        </p:style>
        <p:txBody>
          <a:bodyPr wrap="none" lIns="0" rIns="0" tIns="0" bIns="0" anchor="t">
            <a:noAutofit/>
          </a:bodyPr>
          <a:p>
            <a:pPr>
              <a:lnSpc>
                <a:spcPts val="2200"/>
              </a:lnSpc>
              <a:tabLst>
                <a:tab algn="l" pos="0"/>
              </a:tabLst>
            </a:pPr>
            <a:r>
              <a:rPr b="1" lang="en-US" sz="1750" spc="-1" strike="noStrike">
                <a:solidFill>
                  <a:srgbClr val="e2e6e9"/>
                </a:solidFill>
                <a:latin typeface="Montserrat Bold"/>
                <a:ea typeface="Montserrat Bold"/>
              </a:rPr>
              <a:t>Deskriptiv Analitika</a:t>
            </a:r>
            <a:endParaRPr b="0" lang="en-US" sz="1750" spc="-1" strike="noStrike">
              <a:solidFill>
                <a:srgbClr val="000000"/>
              </a:solidFill>
              <a:latin typeface="Arial"/>
            </a:endParaRPr>
          </a:p>
        </p:txBody>
      </p:sp>
      <p:sp>
        <p:nvSpPr>
          <p:cNvPr id="75" name="Text 7"/>
          <p:cNvSpPr/>
          <p:nvPr/>
        </p:nvSpPr>
        <p:spPr>
          <a:xfrm>
            <a:off x="984960" y="4276440"/>
            <a:ext cx="6042600" cy="564480"/>
          </a:xfrm>
          <a:prstGeom prst="rect">
            <a:avLst/>
          </a:prstGeom>
          <a:noFill/>
          <a:ln w="0">
            <a:noFill/>
          </a:ln>
        </p:spPr>
        <p:style>
          <a:lnRef idx="0"/>
          <a:fillRef idx="0"/>
          <a:effectRef idx="0"/>
          <a:fontRef idx="minor"/>
        </p:style>
        <p:txBody>
          <a:bodyPr lIns="0" rIns="0" tIns="0" bIns="0" anchor="t">
            <a:noAutofit/>
          </a:bodyPr>
          <a:p>
            <a:pPr>
              <a:lnSpc>
                <a:spcPts val="2200"/>
              </a:lnSpc>
              <a:tabLst>
                <a:tab algn="l" pos="0"/>
              </a:tabLst>
            </a:pPr>
            <a:r>
              <a:rPr b="1" lang="en-US" sz="1550" spc="-1" strike="noStrike">
                <a:solidFill>
                  <a:srgbClr val="e2e6e9"/>
                </a:solidFill>
                <a:latin typeface="Source Sans 3"/>
                <a:ea typeface="Source Sans 3"/>
              </a:rPr>
              <a:t>Nə baş verdi?</a:t>
            </a:r>
            <a:r>
              <a:rPr b="0" lang="en-US" sz="1550" spc="-1" strike="noStrike">
                <a:solidFill>
                  <a:srgbClr val="e2e6e9"/>
                </a:solidFill>
                <a:latin typeface="Source Sans 3"/>
                <a:ea typeface="Source Sans 3"/>
              </a:rPr>
              <a:t> Keçmiş məlumatları təsvir edir və təqdim edir. Hesabatlar, göstəricilərin izlənməsi və tarixi trendlərin analizi daxildir.</a:t>
            </a:r>
            <a:endParaRPr b="0" lang="en-US" sz="1550" spc="-1" strike="noStrike">
              <a:solidFill>
                <a:srgbClr val="000000"/>
              </a:solidFill>
              <a:latin typeface="Arial"/>
            </a:endParaRPr>
          </a:p>
        </p:txBody>
      </p:sp>
      <p:sp>
        <p:nvSpPr>
          <p:cNvPr id="76" name="Shape 8"/>
          <p:cNvSpPr/>
          <p:nvPr/>
        </p:nvSpPr>
        <p:spPr>
          <a:xfrm>
            <a:off x="7700400" y="3020040"/>
            <a:ext cx="6141240" cy="196200"/>
          </a:xfrm>
          <a:prstGeom prst="roundRect">
            <a:avLst>
              <a:gd name="adj" fmla="val 15006"/>
            </a:avLst>
          </a:prstGeom>
          <a:solidFill>
            <a:srgbClr val="303132"/>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77" name="Shape 9"/>
          <p:cNvSpPr/>
          <p:nvPr/>
        </p:nvSpPr>
        <p:spPr>
          <a:xfrm>
            <a:off x="7404840" y="2823120"/>
            <a:ext cx="590040" cy="590040"/>
          </a:xfrm>
          <a:prstGeom prst="roundRect">
            <a:avLst>
              <a:gd name="adj" fmla="val 77373"/>
            </a:avLst>
          </a:prstGeom>
          <a:solidFill>
            <a:srgbClr val="303132"/>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pic>
        <p:nvPicPr>
          <p:cNvPr id="78" name="Image 1" descr="preencoded.png"/>
          <p:cNvPicPr/>
          <p:nvPr/>
        </p:nvPicPr>
        <p:blipFill>
          <a:blip r:embed="rId3">
            <a:extLst>
              <a:ext uri="{96DAC541-7B7A-43D3-8B79-37D633B846F1}">
                <asvg:svgBlip xmlns:asvg="http://schemas.microsoft.com/office/drawing/2016/SVG/main" r:embed="rId4"/>
              </a:ext>
            </a:extLst>
          </a:blip>
          <a:stretch/>
        </p:blipFill>
        <p:spPr>
          <a:xfrm>
            <a:off x="7552800" y="2970720"/>
            <a:ext cx="294840" cy="294840"/>
          </a:xfrm>
          <a:prstGeom prst="rect">
            <a:avLst/>
          </a:prstGeom>
          <a:ln w="0">
            <a:noFill/>
          </a:ln>
        </p:spPr>
      </p:pic>
      <p:sp>
        <p:nvSpPr>
          <p:cNvPr id="79" name="Text 10"/>
          <p:cNvSpPr/>
          <p:nvPr/>
        </p:nvSpPr>
        <p:spPr>
          <a:xfrm>
            <a:off x="7601760" y="3593520"/>
            <a:ext cx="2385720" cy="279000"/>
          </a:xfrm>
          <a:prstGeom prst="rect">
            <a:avLst/>
          </a:prstGeom>
          <a:noFill/>
          <a:ln w="0">
            <a:noFill/>
          </a:ln>
        </p:spPr>
        <p:style>
          <a:lnRef idx="0"/>
          <a:fillRef idx="0"/>
          <a:effectRef idx="0"/>
          <a:fontRef idx="minor"/>
        </p:style>
        <p:txBody>
          <a:bodyPr wrap="none" lIns="0" rIns="0" tIns="0" bIns="0" anchor="t">
            <a:noAutofit/>
          </a:bodyPr>
          <a:p>
            <a:pPr>
              <a:lnSpc>
                <a:spcPts val="2200"/>
              </a:lnSpc>
              <a:tabLst>
                <a:tab algn="l" pos="0"/>
              </a:tabLst>
            </a:pPr>
            <a:r>
              <a:rPr b="1" lang="en-US" sz="1750" spc="-1" strike="noStrike">
                <a:solidFill>
                  <a:srgbClr val="e2e6e9"/>
                </a:solidFill>
                <a:latin typeface="Montserrat Bold"/>
                <a:ea typeface="Montserrat Bold"/>
              </a:rPr>
              <a:t>Diaqnostik Analitika</a:t>
            </a:r>
            <a:endParaRPr b="0" lang="en-US" sz="1750" spc="-1" strike="noStrike">
              <a:solidFill>
                <a:srgbClr val="000000"/>
              </a:solidFill>
              <a:latin typeface="Arial"/>
            </a:endParaRPr>
          </a:p>
        </p:txBody>
      </p:sp>
      <p:sp>
        <p:nvSpPr>
          <p:cNvPr id="80" name="Text 11"/>
          <p:cNvSpPr/>
          <p:nvPr/>
        </p:nvSpPr>
        <p:spPr>
          <a:xfrm>
            <a:off x="7601760" y="3981240"/>
            <a:ext cx="6042960" cy="564480"/>
          </a:xfrm>
          <a:prstGeom prst="rect">
            <a:avLst/>
          </a:prstGeom>
          <a:noFill/>
          <a:ln w="0">
            <a:noFill/>
          </a:ln>
        </p:spPr>
        <p:style>
          <a:lnRef idx="0"/>
          <a:fillRef idx="0"/>
          <a:effectRef idx="0"/>
          <a:fontRef idx="minor"/>
        </p:style>
        <p:txBody>
          <a:bodyPr lIns="0" rIns="0" tIns="0" bIns="0" anchor="t">
            <a:noAutofit/>
          </a:bodyPr>
          <a:p>
            <a:pPr>
              <a:lnSpc>
                <a:spcPts val="2200"/>
              </a:lnSpc>
              <a:tabLst>
                <a:tab algn="l" pos="0"/>
              </a:tabLst>
            </a:pPr>
            <a:r>
              <a:rPr b="1" lang="en-US" sz="1550" spc="-1" strike="noStrike">
                <a:solidFill>
                  <a:srgbClr val="e2e6e9"/>
                </a:solidFill>
                <a:latin typeface="Source Sans 3"/>
                <a:ea typeface="Source Sans 3"/>
              </a:rPr>
              <a:t>Niyə baş verdi?</a:t>
            </a:r>
            <a:r>
              <a:rPr b="0" lang="en-US" sz="1550" spc="-1" strike="noStrike">
                <a:solidFill>
                  <a:srgbClr val="e2e6e9"/>
                </a:solidFill>
                <a:latin typeface="Source Sans 3"/>
                <a:ea typeface="Source Sans 3"/>
              </a:rPr>
              <a:t> Hadisələrin səbəblərini araşdırır. Korrelyasiya və səbəb-nəticə əlaqələrinin müəyyənləşdirilməsi üçün istifadə olunur.</a:t>
            </a:r>
            <a:endParaRPr b="0" lang="en-US" sz="1550" spc="-1" strike="noStrike">
              <a:solidFill>
                <a:srgbClr val="000000"/>
              </a:solidFill>
              <a:latin typeface="Arial"/>
            </a:endParaRPr>
          </a:p>
        </p:txBody>
      </p:sp>
      <p:sp>
        <p:nvSpPr>
          <p:cNvPr id="81" name="Shape 12"/>
          <p:cNvSpPr/>
          <p:nvPr/>
        </p:nvSpPr>
        <p:spPr>
          <a:xfrm>
            <a:off x="1083240" y="5710680"/>
            <a:ext cx="6141240" cy="196200"/>
          </a:xfrm>
          <a:prstGeom prst="roundRect">
            <a:avLst>
              <a:gd name="adj" fmla="val 15006"/>
            </a:avLst>
          </a:prstGeom>
          <a:solidFill>
            <a:srgbClr val="303132"/>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82" name="Shape 13"/>
          <p:cNvSpPr/>
          <p:nvPr/>
        </p:nvSpPr>
        <p:spPr>
          <a:xfrm>
            <a:off x="788040" y="5513760"/>
            <a:ext cx="590040" cy="590040"/>
          </a:xfrm>
          <a:prstGeom prst="roundRect">
            <a:avLst>
              <a:gd name="adj" fmla="val 77373"/>
            </a:avLst>
          </a:prstGeom>
          <a:solidFill>
            <a:srgbClr val="303132"/>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pic>
        <p:nvPicPr>
          <p:cNvPr id="83" name="Image 2" descr="preencoded.png"/>
          <p:cNvPicPr/>
          <p:nvPr/>
        </p:nvPicPr>
        <p:blipFill>
          <a:blip r:embed="rId5">
            <a:extLst>
              <a:ext uri="{96DAC541-7B7A-43D3-8B79-37D633B846F1}">
                <asvg:svgBlip xmlns:asvg="http://schemas.microsoft.com/office/drawing/2016/SVG/main" r:embed="rId6"/>
              </a:ext>
            </a:extLst>
          </a:blip>
          <a:stretch/>
        </p:blipFill>
        <p:spPr>
          <a:xfrm>
            <a:off x="935640" y="5661360"/>
            <a:ext cx="294840" cy="294840"/>
          </a:xfrm>
          <a:prstGeom prst="rect">
            <a:avLst/>
          </a:prstGeom>
          <a:ln w="0">
            <a:noFill/>
          </a:ln>
        </p:spPr>
      </p:pic>
      <p:sp>
        <p:nvSpPr>
          <p:cNvPr id="84" name="Text 14"/>
          <p:cNvSpPr/>
          <p:nvPr/>
        </p:nvSpPr>
        <p:spPr>
          <a:xfrm>
            <a:off x="984960" y="6284160"/>
            <a:ext cx="2237760" cy="279000"/>
          </a:xfrm>
          <a:prstGeom prst="rect">
            <a:avLst/>
          </a:prstGeom>
          <a:noFill/>
          <a:ln w="0">
            <a:noFill/>
          </a:ln>
        </p:spPr>
        <p:style>
          <a:lnRef idx="0"/>
          <a:fillRef idx="0"/>
          <a:effectRef idx="0"/>
          <a:fontRef idx="minor"/>
        </p:style>
        <p:txBody>
          <a:bodyPr wrap="none" lIns="0" rIns="0" tIns="0" bIns="0" anchor="t">
            <a:noAutofit/>
          </a:bodyPr>
          <a:p>
            <a:pPr>
              <a:lnSpc>
                <a:spcPts val="2200"/>
              </a:lnSpc>
              <a:tabLst>
                <a:tab algn="l" pos="0"/>
              </a:tabLst>
            </a:pPr>
            <a:r>
              <a:rPr b="1" lang="en-US" sz="1750" spc="-1" strike="noStrike">
                <a:solidFill>
                  <a:srgbClr val="e2e6e9"/>
                </a:solidFill>
                <a:latin typeface="Montserrat Bold"/>
                <a:ea typeface="Montserrat Bold"/>
              </a:rPr>
              <a:t>Prediktiv Analitika</a:t>
            </a:r>
            <a:endParaRPr b="0" lang="en-US" sz="1750" spc="-1" strike="noStrike">
              <a:solidFill>
                <a:srgbClr val="000000"/>
              </a:solidFill>
              <a:latin typeface="Arial"/>
            </a:endParaRPr>
          </a:p>
        </p:txBody>
      </p:sp>
      <p:sp>
        <p:nvSpPr>
          <p:cNvPr id="85" name="Text 15"/>
          <p:cNvSpPr/>
          <p:nvPr/>
        </p:nvSpPr>
        <p:spPr>
          <a:xfrm>
            <a:off x="984960" y="6671880"/>
            <a:ext cx="6042600" cy="564480"/>
          </a:xfrm>
          <a:prstGeom prst="rect">
            <a:avLst/>
          </a:prstGeom>
          <a:noFill/>
          <a:ln w="0">
            <a:noFill/>
          </a:ln>
        </p:spPr>
        <p:style>
          <a:lnRef idx="0"/>
          <a:fillRef idx="0"/>
          <a:effectRef idx="0"/>
          <a:fontRef idx="minor"/>
        </p:style>
        <p:txBody>
          <a:bodyPr lIns="0" rIns="0" tIns="0" bIns="0" anchor="t">
            <a:noAutofit/>
          </a:bodyPr>
          <a:p>
            <a:pPr>
              <a:lnSpc>
                <a:spcPts val="2200"/>
              </a:lnSpc>
              <a:tabLst>
                <a:tab algn="l" pos="0"/>
              </a:tabLst>
            </a:pPr>
            <a:r>
              <a:rPr b="1" lang="en-US" sz="1550" spc="-1" strike="noStrike">
                <a:solidFill>
                  <a:srgbClr val="e2e6e9"/>
                </a:solidFill>
                <a:latin typeface="Source Sans 3"/>
                <a:ea typeface="Source Sans 3"/>
              </a:rPr>
              <a:t>Nə baş verəcək?</a:t>
            </a:r>
            <a:r>
              <a:rPr b="0" lang="en-US" sz="1550" spc="-1" strike="noStrike">
                <a:solidFill>
                  <a:srgbClr val="e2e6e9"/>
                </a:solidFill>
                <a:latin typeface="Source Sans 3"/>
                <a:ea typeface="Source Sans 3"/>
              </a:rPr>
              <a:t> Gələcək nəticələri proqnozlaşdırır. Statistik modellər və maşın öyrənməsi metodlarından istifadə edir.</a:t>
            </a:r>
            <a:endParaRPr b="0" lang="en-US" sz="1550" spc="-1" strike="noStrike">
              <a:solidFill>
                <a:srgbClr val="000000"/>
              </a:solidFill>
              <a:latin typeface="Arial"/>
            </a:endParaRPr>
          </a:p>
        </p:txBody>
      </p:sp>
      <p:sp>
        <p:nvSpPr>
          <p:cNvPr id="86" name="Shape 16"/>
          <p:cNvSpPr/>
          <p:nvPr/>
        </p:nvSpPr>
        <p:spPr>
          <a:xfrm>
            <a:off x="7700400" y="5415120"/>
            <a:ext cx="6141240" cy="196200"/>
          </a:xfrm>
          <a:prstGeom prst="roundRect">
            <a:avLst>
              <a:gd name="adj" fmla="val 15006"/>
            </a:avLst>
          </a:prstGeom>
          <a:solidFill>
            <a:srgbClr val="303132"/>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87" name="Shape 17"/>
          <p:cNvSpPr/>
          <p:nvPr/>
        </p:nvSpPr>
        <p:spPr>
          <a:xfrm>
            <a:off x="7404840" y="5218200"/>
            <a:ext cx="590040" cy="590040"/>
          </a:xfrm>
          <a:prstGeom prst="roundRect">
            <a:avLst>
              <a:gd name="adj" fmla="val 77373"/>
            </a:avLst>
          </a:prstGeom>
          <a:solidFill>
            <a:srgbClr val="303132"/>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pic>
        <p:nvPicPr>
          <p:cNvPr id="88" name="Image 3" descr="preencoded.png"/>
          <p:cNvPicPr/>
          <p:nvPr/>
        </p:nvPicPr>
        <p:blipFill>
          <a:blip r:embed="rId7">
            <a:extLst>
              <a:ext uri="{96DAC541-7B7A-43D3-8B79-37D633B846F1}">
                <asvg:svgBlip xmlns:asvg="http://schemas.microsoft.com/office/drawing/2016/SVG/main" r:embed="rId8"/>
              </a:ext>
            </a:extLst>
          </a:blip>
          <a:stretch/>
        </p:blipFill>
        <p:spPr>
          <a:xfrm>
            <a:off x="7552800" y="5365800"/>
            <a:ext cx="294840" cy="294840"/>
          </a:xfrm>
          <a:prstGeom prst="rect">
            <a:avLst/>
          </a:prstGeom>
          <a:ln w="0">
            <a:noFill/>
          </a:ln>
        </p:spPr>
      </p:pic>
      <p:sp>
        <p:nvSpPr>
          <p:cNvPr id="89" name="Text 18"/>
          <p:cNvSpPr/>
          <p:nvPr/>
        </p:nvSpPr>
        <p:spPr>
          <a:xfrm>
            <a:off x="7601760" y="5988960"/>
            <a:ext cx="2385360" cy="279000"/>
          </a:xfrm>
          <a:prstGeom prst="rect">
            <a:avLst/>
          </a:prstGeom>
          <a:noFill/>
          <a:ln w="0">
            <a:noFill/>
          </a:ln>
        </p:spPr>
        <p:style>
          <a:lnRef idx="0"/>
          <a:fillRef idx="0"/>
          <a:effectRef idx="0"/>
          <a:fontRef idx="minor"/>
        </p:style>
        <p:txBody>
          <a:bodyPr wrap="none" lIns="0" rIns="0" tIns="0" bIns="0" anchor="t">
            <a:noAutofit/>
          </a:bodyPr>
          <a:p>
            <a:pPr>
              <a:lnSpc>
                <a:spcPts val="2200"/>
              </a:lnSpc>
              <a:tabLst>
                <a:tab algn="l" pos="0"/>
              </a:tabLst>
            </a:pPr>
            <a:r>
              <a:rPr b="1" lang="en-US" sz="1750" spc="-1" strike="noStrike">
                <a:solidFill>
                  <a:srgbClr val="e2e6e9"/>
                </a:solidFill>
                <a:latin typeface="Montserrat Bold"/>
                <a:ea typeface="Montserrat Bold"/>
              </a:rPr>
              <a:t>Preskriptiv Analitika</a:t>
            </a:r>
            <a:endParaRPr b="0" lang="en-US" sz="1750" spc="-1" strike="noStrike">
              <a:solidFill>
                <a:srgbClr val="000000"/>
              </a:solidFill>
              <a:latin typeface="Arial"/>
            </a:endParaRPr>
          </a:p>
        </p:txBody>
      </p:sp>
      <p:sp>
        <p:nvSpPr>
          <p:cNvPr id="90" name="Text 19"/>
          <p:cNvSpPr/>
          <p:nvPr/>
        </p:nvSpPr>
        <p:spPr>
          <a:xfrm>
            <a:off x="7601760" y="6376320"/>
            <a:ext cx="6042960" cy="564480"/>
          </a:xfrm>
          <a:prstGeom prst="rect">
            <a:avLst/>
          </a:prstGeom>
          <a:noFill/>
          <a:ln w="0">
            <a:noFill/>
          </a:ln>
        </p:spPr>
        <p:style>
          <a:lnRef idx="0"/>
          <a:fillRef idx="0"/>
          <a:effectRef idx="0"/>
          <a:fontRef idx="minor"/>
        </p:style>
        <p:txBody>
          <a:bodyPr lIns="0" rIns="0" tIns="0" bIns="0" anchor="t">
            <a:noAutofit/>
          </a:bodyPr>
          <a:p>
            <a:pPr>
              <a:lnSpc>
                <a:spcPts val="2200"/>
              </a:lnSpc>
              <a:tabLst>
                <a:tab algn="l" pos="0"/>
              </a:tabLst>
            </a:pPr>
            <a:r>
              <a:rPr b="1" lang="en-US" sz="1550" spc="-1" strike="noStrike">
                <a:solidFill>
                  <a:srgbClr val="e2e6e9"/>
                </a:solidFill>
                <a:latin typeface="Source Sans 3"/>
                <a:ea typeface="Source Sans 3"/>
              </a:rPr>
              <a:t>Nə etməliyik?</a:t>
            </a:r>
            <a:r>
              <a:rPr b="0" lang="en-US" sz="1550" spc="-1" strike="noStrike">
                <a:solidFill>
                  <a:srgbClr val="e2e6e9"/>
                </a:solidFill>
                <a:latin typeface="Source Sans 3"/>
                <a:ea typeface="Source Sans 3"/>
              </a:rPr>
              <a:t> Optimal qərarlar üçün tövsiyələr verir. Optimallaşdırma və simulyasiya metodları tətbiq edir.</a:t>
            </a:r>
            <a:endParaRPr b="0" lang="en-US" sz="155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91" name="Image 0" descr="preencoded.png"/>
          <p:cNvPicPr/>
          <p:nvPr/>
        </p:nvPicPr>
        <p:blipFill>
          <a:blip r:embed="rId1"/>
          <a:stretch/>
        </p:blipFill>
        <p:spPr>
          <a:xfrm>
            <a:off x="9144000" y="0"/>
            <a:ext cx="5485680" cy="8228880"/>
          </a:xfrm>
          <a:prstGeom prst="rect">
            <a:avLst/>
          </a:prstGeom>
          <a:ln w="0">
            <a:noFill/>
          </a:ln>
        </p:spPr>
      </p:pic>
      <p:sp>
        <p:nvSpPr>
          <p:cNvPr id="92" name="Text 0"/>
          <p:cNvSpPr/>
          <p:nvPr/>
        </p:nvSpPr>
        <p:spPr>
          <a:xfrm>
            <a:off x="863640" y="1248840"/>
            <a:ext cx="6606000" cy="612720"/>
          </a:xfrm>
          <a:prstGeom prst="rect">
            <a:avLst/>
          </a:prstGeom>
          <a:noFill/>
          <a:ln w="0">
            <a:noFill/>
          </a:ln>
        </p:spPr>
        <p:style>
          <a:lnRef idx="0"/>
          <a:fillRef idx="0"/>
          <a:effectRef idx="0"/>
          <a:fontRef idx="minor"/>
        </p:style>
        <p:txBody>
          <a:bodyPr wrap="none" lIns="0" rIns="0" tIns="0" bIns="0" anchor="t">
            <a:noAutofit/>
          </a:bodyPr>
          <a:p>
            <a:pPr>
              <a:lnSpc>
                <a:spcPts val="4799"/>
              </a:lnSpc>
              <a:tabLst>
                <a:tab algn="l" pos="0"/>
              </a:tabLst>
            </a:pPr>
            <a:r>
              <a:rPr b="1" lang="en-US" sz="3850" spc="-1" strike="noStrike">
                <a:solidFill>
                  <a:srgbClr val="ffffff"/>
                </a:solidFill>
                <a:latin typeface="Montserrat Bold"/>
                <a:ea typeface="Montserrat Bold"/>
              </a:rPr>
              <a:t>Prediktiv Analitika Nədir?</a:t>
            </a:r>
            <a:endParaRPr b="0" lang="en-US" sz="3850" spc="-1" strike="noStrike">
              <a:solidFill>
                <a:srgbClr val="000000"/>
              </a:solidFill>
              <a:latin typeface="Arial"/>
            </a:endParaRPr>
          </a:p>
        </p:txBody>
      </p:sp>
      <p:sp>
        <p:nvSpPr>
          <p:cNvPr id="93" name="Text 1"/>
          <p:cNvSpPr/>
          <p:nvPr/>
        </p:nvSpPr>
        <p:spPr>
          <a:xfrm>
            <a:off x="863640" y="2380680"/>
            <a:ext cx="4238280" cy="1942920"/>
          </a:xfrm>
          <a:prstGeom prst="rect">
            <a:avLst/>
          </a:prstGeom>
          <a:noFill/>
          <a:ln w="0">
            <a:noFill/>
          </a:ln>
        </p:spPr>
        <p:style>
          <a:lnRef idx="0"/>
          <a:fillRef idx="0"/>
          <a:effectRef idx="0"/>
          <a:fontRef idx="minor"/>
        </p:style>
        <p:txBody>
          <a:bodyPr lIns="0" rIns="0" tIns="0" bIns="0" anchor="t">
            <a:noAutofit/>
          </a:bodyPr>
          <a:p>
            <a:pPr>
              <a:lnSpc>
                <a:spcPts val="2551"/>
              </a:lnSpc>
              <a:tabLst>
                <a:tab algn="l" pos="0"/>
              </a:tabLst>
            </a:pPr>
            <a:r>
              <a:rPr b="0" lang="en-US" sz="1700" spc="-1" strike="noStrike">
                <a:solidFill>
                  <a:srgbClr val="e2e6e9"/>
                </a:solidFill>
                <a:latin typeface="Source Sans 3"/>
                <a:ea typeface="Source Sans 3"/>
              </a:rPr>
              <a:t>Prediktiv analitika tarixi məlumatlara, statistik alqoritmlərə və maşın öyrənməsi texnikalarına əsaslanaraq gələcək nəticələri proqnozlaşdırır. Bu yanaşma müəssisələrə gələcəkdə baş verəcək hadisələri əvvəlcədən görməyə və strateji planlaşdırma aparmağa imkan verir.</a:t>
            </a:r>
            <a:endParaRPr b="0" lang="en-US" sz="1700" spc="-1" strike="noStrike">
              <a:solidFill>
                <a:srgbClr val="000000"/>
              </a:solidFill>
              <a:latin typeface="Arial"/>
            </a:endParaRPr>
          </a:p>
        </p:txBody>
      </p:sp>
      <p:sp>
        <p:nvSpPr>
          <p:cNvPr id="94" name="Text 2"/>
          <p:cNvSpPr/>
          <p:nvPr/>
        </p:nvSpPr>
        <p:spPr>
          <a:xfrm>
            <a:off x="863640" y="4626720"/>
            <a:ext cx="4238280" cy="2266920"/>
          </a:xfrm>
          <a:prstGeom prst="rect">
            <a:avLst/>
          </a:prstGeom>
          <a:noFill/>
          <a:ln w="0">
            <a:noFill/>
          </a:ln>
        </p:spPr>
        <p:style>
          <a:lnRef idx="0"/>
          <a:fillRef idx="0"/>
          <a:effectRef idx="0"/>
          <a:fontRef idx="minor"/>
        </p:style>
        <p:txBody>
          <a:bodyPr lIns="0" rIns="0" tIns="0" bIns="0" anchor="t">
            <a:noAutofit/>
          </a:bodyPr>
          <a:p>
            <a:pPr>
              <a:lnSpc>
                <a:spcPts val="2551"/>
              </a:lnSpc>
              <a:tabLst>
                <a:tab algn="l" pos="0"/>
              </a:tabLst>
            </a:pPr>
            <a:r>
              <a:rPr b="0" lang="en-US" sz="1700" spc="-1" strike="noStrike">
                <a:solidFill>
                  <a:srgbClr val="e2e6e9"/>
                </a:solidFill>
                <a:latin typeface="Source Sans 3"/>
                <a:ea typeface="Source Sans 3"/>
              </a:rPr>
              <a:t>Prediktiv analitika müxtəlif sahələrdə tətbiq olunur: müştəri davranışının proqnozlaşdırılması, tələb planlaması, risklərın qiymətləndirilməsi və maliyyə proqnozlaşdırılması. Düzgün tətbiq edildikdə, bu metodlar əhəmiyyətli rəqabət üstünlüyü təmin edir.</a:t>
            </a:r>
            <a:endParaRPr b="0" lang="en-US" sz="1700" spc="-1" strike="noStrike">
              <a:solidFill>
                <a:srgbClr val="000000"/>
              </a:solidFill>
              <a:latin typeface="Arial"/>
            </a:endParaRPr>
          </a:p>
        </p:txBody>
      </p:sp>
      <p:sp>
        <p:nvSpPr>
          <p:cNvPr id="95" name="Shape 3"/>
          <p:cNvSpPr/>
          <p:nvPr/>
        </p:nvSpPr>
        <p:spPr>
          <a:xfrm>
            <a:off x="5481720" y="2186280"/>
            <a:ext cx="2961000" cy="4793760"/>
          </a:xfrm>
          <a:prstGeom prst="roundRect">
            <a:avLst>
              <a:gd name="adj" fmla="val 1094"/>
            </a:avLst>
          </a:prstGeom>
          <a:solidFill>
            <a:srgbClr val="1d1f22"/>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96" name="Text 4"/>
          <p:cNvSpPr/>
          <p:nvPr/>
        </p:nvSpPr>
        <p:spPr>
          <a:xfrm>
            <a:off x="5697720" y="2401920"/>
            <a:ext cx="2453400" cy="306000"/>
          </a:xfrm>
          <a:prstGeom prst="rect">
            <a:avLst/>
          </a:prstGeom>
          <a:noFill/>
          <a:ln w="0">
            <a:noFill/>
          </a:ln>
        </p:spPr>
        <p:style>
          <a:lnRef idx="0"/>
          <a:fillRef idx="0"/>
          <a:effectRef idx="0"/>
          <a:fontRef idx="minor"/>
        </p:style>
        <p:txBody>
          <a:bodyPr wrap="none" lIns="0" rIns="0" tIns="0" bIns="0" anchor="t">
            <a:noAutofit/>
          </a:bodyPr>
          <a:p>
            <a:pPr>
              <a:lnSpc>
                <a:spcPts val="2401"/>
              </a:lnSpc>
              <a:tabLst>
                <a:tab algn="l" pos="0"/>
              </a:tabLst>
            </a:pPr>
            <a:r>
              <a:rPr b="1" lang="en-US" sz="1900" spc="-1" strike="noStrike">
                <a:solidFill>
                  <a:srgbClr val="ffffff"/>
                </a:solidFill>
                <a:latin typeface="Montserrat Bold"/>
                <a:ea typeface="Montserrat Bold"/>
              </a:rPr>
              <a:t>Əsas Üstünlüklər</a:t>
            </a:r>
            <a:endParaRPr b="0" lang="en-US" sz="1900" spc="-1" strike="noStrike">
              <a:solidFill>
                <a:srgbClr val="000000"/>
              </a:solidFill>
              <a:latin typeface="Arial"/>
            </a:endParaRPr>
          </a:p>
        </p:txBody>
      </p:sp>
      <p:sp>
        <p:nvSpPr>
          <p:cNvPr id="97" name="Text 5"/>
          <p:cNvSpPr/>
          <p:nvPr/>
        </p:nvSpPr>
        <p:spPr>
          <a:xfrm>
            <a:off x="5697720" y="2924640"/>
            <a:ext cx="2529000" cy="2817360"/>
          </a:xfrm>
          <a:prstGeom prst="rect">
            <a:avLst/>
          </a:prstGeom>
          <a:noFill/>
          <a:ln w="0">
            <a:noFill/>
          </a:ln>
        </p:spPr>
        <p:style>
          <a:lnRef idx="0"/>
          <a:fillRef idx="0"/>
          <a:effectRef idx="0"/>
          <a:fontRef idx="minor"/>
        </p:style>
        <p:txBody>
          <a:bodyPr lIns="0" rIns="0" tIns="0" bIns="0" anchor="t">
            <a:noAutofit/>
          </a:bodyPr>
          <a:p>
            <a:pPr marL="343080" indent="-343080">
              <a:lnSpc>
                <a:spcPts val="2551"/>
              </a:lnSpc>
              <a:buClr>
                <a:srgbClr val="e2e6e9"/>
              </a:buClr>
              <a:buFont typeface="Symbol" charset="2"/>
              <a:buChar char=""/>
            </a:pPr>
            <a:r>
              <a:rPr b="0" lang="en-US" sz="1700" spc="-1" strike="noStrike">
                <a:solidFill>
                  <a:srgbClr val="e2e6e9"/>
                </a:solidFill>
                <a:latin typeface="Source Sans 3"/>
                <a:ea typeface="Source Sans 3"/>
              </a:rPr>
              <a:t>Strateji planlaşdırmada dəqiqlik</a:t>
            </a:r>
            <a:endParaRPr b="0" lang="en-US" sz="1700" spc="-1" strike="noStrike">
              <a:solidFill>
                <a:srgbClr val="000000"/>
              </a:solidFill>
              <a:latin typeface="Arial"/>
            </a:endParaRPr>
          </a:p>
          <a:p>
            <a:pPr marL="343080" indent="-343080">
              <a:lnSpc>
                <a:spcPts val="2551"/>
              </a:lnSpc>
              <a:buClr>
                <a:srgbClr val="e2e6e9"/>
              </a:buClr>
              <a:buFont typeface="Symbol" charset="2"/>
              <a:buChar char=""/>
            </a:pPr>
            <a:r>
              <a:rPr b="0" lang="en-US" sz="1700" spc="-1" strike="noStrike">
                <a:solidFill>
                  <a:srgbClr val="e2e6e9"/>
                </a:solidFill>
                <a:latin typeface="Source Sans 3"/>
                <a:ea typeface="Source Sans 3"/>
              </a:rPr>
              <a:t>Risklərın əvvəlcədən müəyyənləşdirilməsi</a:t>
            </a:r>
            <a:endParaRPr b="0" lang="en-US" sz="1700" spc="-1" strike="noStrike">
              <a:solidFill>
                <a:srgbClr val="000000"/>
              </a:solidFill>
              <a:latin typeface="Arial"/>
            </a:endParaRPr>
          </a:p>
          <a:p>
            <a:pPr marL="343080" indent="-343080">
              <a:lnSpc>
                <a:spcPts val="2551"/>
              </a:lnSpc>
              <a:buClr>
                <a:srgbClr val="e2e6e9"/>
              </a:buClr>
              <a:buFont typeface="Symbol" charset="2"/>
              <a:buChar char=""/>
            </a:pPr>
            <a:r>
              <a:rPr b="0" lang="en-US" sz="1700" spc="-1" strike="noStrike">
                <a:solidFill>
                  <a:srgbClr val="e2e6e9"/>
                </a:solidFill>
                <a:latin typeface="Source Sans 3"/>
                <a:ea typeface="Source Sans 3"/>
              </a:rPr>
              <a:t>Resursların optimal bölgüsü</a:t>
            </a:r>
            <a:endParaRPr b="0" lang="en-US" sz="1700" spc="-1" strike="noStrike">
              <a:solidFill>
                <a:srgbClr val="000000"/>
              </a:solidFill>
              <a:latin typeface="Arial"/>
            </a:endParaRPr>
          </a:p>
          <a:p>
            <a:pPr marL="343080" indent="-343080">
              <a:lnSpc>
                <a:spcPts val="2551"/>
              </a:lnSpc>
              <a:buClr>
                <a:srgbClr val="e2e6e9"/>
              </a:buClr>
              <a:buFont typeface="Symbol" charset="2"/>
              <a:buChar char=""/>
            </a:pPr>
            <a:r>
              <a:rPr b="0" lang="en-US" sz="1700" spc="-1" strike="noStrike">
                <a:solidFill>
                  <a:srgbClr val="e2e6e9"/>
                </a:solidFill>
                <a:latin typeface="Source Sans 3"/>
                <a:ea typeface="Source Sans 3"/>
              </a:rPr>
              <a:t>Rəqabət üstünlüyü əldə edilməsi</a:t>
            </a:r>
            <a:endParaRPr b="0" lang="en-US" sz="17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8" name="Shape 0"/>
          <p:cNvSpPr/>
          <p:nvPr/>
        </p:nvSpPr>
        <p:spPr>
          <a:xfrm>
            <a:off x="1978200" y="445680"/>
            <a:ext cx="909720" cy="239400"/>
          </a:xfrm>
          <a:prstGeom prst="roundRect">
            <a:avLst>
              <a:gd name="adj" fmla="val 7440"/>
            </a:avLst>
          </a:prstGeom>
          <a:solidFill>
            <a:srgbClr val="262626"/>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pic>
        <p:nvPicPr>
          <p:cNvPr id="99" name="Image 0" descr="preencoded.png"/>
          <p:cNvPicPr/>
          <p:nvPr/>
        </p:nvPicPr>
        <p:blipFill>
          <a:blip r:embed="rId1">
            <a:extLst>
              <a:ext uri="{96DAC541-7B7A-43D3-8B79-37D633B846F1}">
                <asvg:svgBlip xmlns:asvg="http://schemas.microsoft.com/office/drawing/2016/SVG/main" r:embed="rId2"/>
              </a:ext>
            </a:extLst>
          </a:blip>
          <a:stretch/>
        </p:blipFill>
        <p:spPr>
          <a:xfrm>
            <a:off x="2067480" y="506160"/>
            <a:ext cx="118440" cy="118440"/>
          </a:xfrm>
          <a:prstGeom prst="rect">
            <a:avLst/>
          </a:prstGeom>
          <a:ln w="0">
            <a:noFill/>
          </a:ln>
        </p:spPr>
      </p:pic>
      <p:sp>
        <p:nvSpPr>
          <p:cNvPr id="100" name="Text 1"/>
          <p:cNvSpPr/>
          <p:nvPr/>
        </p:nvSpPr>
        <p:spPr>
          <a:xfrm>
            <a:off x="2246040" y="490320"/>
            <a:ext cx="552600" cy="150120"/>
          </a:xfrm>
          <a:prstGeom prst="rect">
            <a:avLst/>
          </a:prstGeom>
          <a:noFill/>
          <a:ln w="0">
            <a:noFill/>
          </a:ln>
        </p:spPr>
        <p:style>
          <a:lnRef idx="0"/>
          <a:fillRef idx="0"/>
          <a:effectRef idx="0"/>
          <a:fontRef idx="minor"/>
        </p:style>
        <p:txBody>
          <a:bodyPr wrap="none" lIns="0" rIns="0" tIns="0" bIns="0" anchor="t">
            <a:noAutofit/>
          </a:bodyPr>
          <a:p>
            <a:pPr>
              <a:lnSpc>
                <a:spcPts val="1151"/>
              </a:lnSpc>
              <a:tabLst>
                <a:tab algn="l" pos="0"/>
              </a:tabLst>
            </a:pPr>
            <a:r>
              <a:rPr b="0" lang="en-US" sz="900" spc="-1" strike="noStrike">
                <a:solidFill>
                  <a:srgbClr val="e2e6e9"/>
                </a:solidFill>
                <a:latin typeface="Source Sans 3"/>
                <a:ea typeface="Source Sans 3"/>
              </a:rPr>
              <a:t>METODLAR</a:t>
            </a:r>
            <a:endParaRPr b="0" lang="en-US" sz="900" spc="-1" strike="noStrike">
              <a:solidFill>
                <a:srgbClr val="000000"/>
              </a:solidFill>
              <a:latin typeface="Arial"/>
            </a:endParaRPr>
          </a:p>
        </p:txBody>
      </p:sp>
      <p:sp>
        <p:nvSpPr>
          <p:cNvPr id="101" name="Text 2"/>
          <p:cNvSpPr/>
          <p:nvPr/>
        </p:nvSpPr>
        <p:spPr>
          <a:xfrm>
            <a:off x="1978200" y="726840"/>
            <a:ext cx="8085240" cy="422280"/>
          </a:xfrm>
          <a:prstGeom prst="rect">
            <a:avLst/>
          </a:prstGeom>
          <a:noFill/>
          <a:ln w="0">
            <a:noFill/>
          </a:ln>
        </p:spPr>
        <p:style>
          <a:lnRef idx="0"/>
          <a:fillRef idx="0"/>
          <a:effectRef idx="0"/>
          <a:fontRef idx="minor"/>
        </p:style>
        <p:txBody>
          <a:bodyPr wrap="none" lIns="0" rIns="0" tIns="0" bIns="0" anchor="t">
            <a:noAutofit/>
          </a:bodyPr>
          <a:p>
            <a:pPr>
              <a:lnSpc>
                <a:spcPts val="3300"/>
              </a:lnSpc>
              <a:tabLst>
                <a:tab algn="l" pos="0"/>
              </a:tabLst>
            </a:pPr>
            <a:r>
              <a:rPr b="1" lang="en-US" sz="2650" spc="-1" strike="noStrike">
                <a:solidFill>
                  <a:srgbClr val="ffffff"/>
                </a:solidFill>
                <a:latin typeface="Montserrat Bold"/>
                <a:ea typeface="Montserrat Bold"/>
              </a:rPr>
              <a:t>Xətti Reqressiya: Əlaqələrin Modelləşdirilməsi</a:t>
            </a:r>
            <a:endParaRPr b="0" lang="en-US" sz="2650" spc="-1" strike="noStrike">
              <a:solidFill>
                <a:srgbClr val="000000"/>
              </a:solidFill>
              <a:latin typeface="Arial"/>
            </a:endParaRPr>
          </a:p>
        </p:txBody>
      </p:sp>
      <p:pic>
        <p:nvPicPr>
          <p:cNvPr id="102" name="Image 1" descr="preencoded.png"/>
          <p:cNvPicPr/>
          <p:nvPr/>
        </p:nvPicPr>
        <p:blipFill>
          <a:blip r:embed="rId3"/>
          <a:stretch/>
        </p:blipFill>
        <p:spPr>
          <a:xfrm>
            <a:off x="1978200" y="1419120"/>
            <a:ext cx="5154840" cy="5154840"/>
          </a:xfrm>
          <a:prstGeom prst="rect">
            <a:avLst/>
          </a:prstGeom>
          <a:ln w="0">
            <a:noFill/>
          </a:ln>
        </p:spPr>
      </p:pic>
      <p:sp>
        <p:nvSpPr>
          <p:cNvPr id="103" name="Text 3"/>
          <p:cNvSpPr/>
          <p:nvPr/>
        </p:nvSpPr>
        <p:spPr>
          <a:xfrm>
            <a:off x="7504560" y="1395720"/>
            <a:ext cx="5154840" cy="376560"/>
          </a:xfrm>
          <a:prstGeom prst="rect">
            <a:avLst/>
          </a:prstGeom>
          <a:noFill/>
          <a:ln w="0">
            <a:noFill/>
          </a:ln>
        </p:spPr>
        <p:style>
          <a:lnRef idx="0"/>
          <a:fillRef idx="0"/>
          <a:effectRef idx="0"/>
          <a:fontRef idx="minor"/>
        </p:style>
        <p:txBody>
          <a:bodyPr lIns="0" rIns="0" tIns="0" bIns="0" anchor="t">
            <a:noAutofit/>
          </a:bodyPr>
          <a:p>
            <a:pPr>
              <a:lnSpc>
                <a:spcPts val="1451"/>
              </a:lnSpc>
              <a:tabLst>
                <a:tab algn="l" pos="0"/>
              </a:tabLst>
            </a:pPr>
            <a:r>
              <a:rPr b="0" lang="en-US" sz="1150" spc="-1" strike="noStrike">
                <a:solidFill>
                  <a:srgbClr val="e2e6e9"/>
                </a:solidFill>
                <a:latin typeface="Source Sans 3"/>
                <a:ea typeface="Source Sans 3"/>
              </a:rPr>
              <a:t>Xətti reqressiya iki və ya daha çox dəyişən arasındakı əlaqəni riyazi modelə çevirir. Bu metod bir dəyişənin digərinin dəyərinə necə təsir etdiyini anlamağa kömək edir.</a:t>
            </a:r>
            <a:endParaRPr b="0" lang="en-US" sz="1150" spc="-1" strike="noStrike">
              <a:solidFill>
                <a:srgbClr val="000000"/>
              </a:solidFill>
              <a:latin typeface="Arial"/>
            </a:endParaRPr>
          </a:p>
        </p:txBody>
      </p:sp>
      <p:sp>
        <p:nvSpPr>
          <p:cNvPr id="104" name="Text 4"/>
          <p:cNvSpPr/>
          <p:nvPr/>
        </p:nvSpPr>
        <p:spPr>
          <a:xfrm>
            <a:off x="7727760" y="1996560"/>
            <a:ext cx="4931640" cy="376560"/>
          </a:xfrm>
          <a:prstGeom prst="rect">
            <a:avLst/>
          </a:prstGeom>
          <a:noFill/>
          <a:ln w="0">
            <a:noFill/>
          </a:ln>
        </p:spPr>
        <p:style>
          <a:lnRef idx="0"/>
          <a:fillRef idx="0"/>
          <a:effectRef idx="0"/>
          <a:fontRef idx="minor"/>
        </p:style>
        <p:txBody>
          <a:bodyPr lIns="0" rIns="0" tIns="0" bIns="0" anchor="t">
            <a:noAutofit/>
          </a:bodyPr>
          <a:p>
            <a:pPr>
              <a:lnSpc>
                <a:spcPts val="1451"/>
              </a:lnSpc>
              <a:tabLst>
                <a:tab algn="l" pos="0"/>
              </a:tabLst>
            </a:pPr>
            <a:r>
              <a:rPr b="1" lang="en-US" sz="1150" spc="-1" strike="noStrike">
                <a:solidFill>
                  <a:srgbClr val="e2e6e9"/>
                </a:solidFill>
                <a:latin typeface="Source Sans 3"/>
                <a:ea typeface="Source Sans 3"/>
              </a:rPr>
              <a:t>Nümunə:</a:t>
            </a:r>
            <a:r>
              <a:rPr b="0" lang="en-US" sz="1150" spc="-1" strike="noStrike">
                <a:solidFill>
                  <a:srgbClr val="e2e6e9"/>
                </a:solidFill>
                <a:latin typeface="Source Sans 3"/>
                <a:ea typeface="Source Sans 3"/>
              </a:rPr>
              <a:t> Reklam büdcəsi artdıqca satış həcmi necə dəyişir? Xətti reqressiya bu əlaqəni kəmiyyətləşdirir və gələcək satışları proqnozlaşdırmağa imkan verir.</a:t>
            </a:r>
            <a:endParaRPr b="0" lang="en-US" sz="1150" spc="-1" strike="noStrike">
              <a:solidFill>
                <a:srgbClr val="000000"/>
              </a:solidFill>
              <a:latin typeface="Arial"/>
            </a:endParaRPr>
          </a:p>
        </p:txBody>
      </p:sp>
      <p:sp>
        <p:nvSpPr>
          <p:cNvPr id="105" name="Shape 5"/>
          <p:cNvSpPr/>
          <p:nvPr/>
        </p:nvSpPr>
        <p:spPr>
          <a:xfrm>
            <a:off x="7504560" y="2068560"/>
            <a:ext cx="14400" cy="376560"/>
          </a:xfrm>
          <a:prstGeom prst="rect">
            <a:avLst/>
          </a:prstGeom>
          <a:solidFill>
            <a:srgbClr val="ffffff"/>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106" name="Text 6"/>
          <p:cNvSpPr/>
          <p:nvPr/>
        </p:nvSpPr>
        <p:spPr>
          <a:xfrm>
            <a:off x="7504560" y="2633400"/>
            <a:ext cx="5154840" cy="376560"/>
          </a:xfrm>
          <a:prstGeom prst="rect">
            <a:avLst/>
          </a:prstGeom>
          <a:noFill/>
          <a:ln w="0">
            <a:noFill/>
          </a:ln>
        </p:spPr>
        <p:style>
          <a:lnRef idx="0"/>
          <a:fillRef idx="0"/>
          <a:effectRef idx="0"/>
          <a:fontRef idx="minor"/>
        </p:style>
        <p:txBody>
          <a:bodyPr lIns="0" rIns="0" tIns="0" bIns="0" anchor="t">
            <a:noAutofit/>
          </a:bodyPr>
          <a:p>
            <a:pPr>
              <a:lnSpc>
                <a:spcPts val="1451"/>
              </a:lnSpc>
              <a:tabLst>
                <a:tab algn="l" pos="0"/>
              </a:tabLst>
            </a:pPr>
            <a:r>
              <a:rPr b="0" lang="en-US" sz="1150" spc="-1" strike="noStrike">
                <a:solidFill>
                  <a:srgbClr val="e2e6e9"/>
                </a:solidFill>
                <a:latin typeface="Source Sans 3"/>
                <a:ea typeface="Source Sans 3"/>
              </a:rPr>
              <a:t>Model qurulan zaman müəyyən edilir: hər 1000 manat reklam xərcində satış neçə faiz artır? Bu məlumat büdcə planlaması üçün son dərəcə dəyərlidir.</a:t>
            </a:r>
            <a:endParaRPr b="0" lang="en-US" sz="1150" spc="-1" strike="noStrike">
              <a:solidFill>
                <a:srgbClr val="000000"/>
              </a:solidFill>
              <a:latin typeface="Arial"/>
            </a:endParaRPr>
          </a:p>
        </p:txBody>
      </p:sp>
      <p:sp>
        <p:nvSpPr>
          <p:cNvPr id="107" name="Shape 7"/>
          <p:cNvSpPr/>
          <p:nvPr/>
        </p:nvSpPr>
        <p:spPr>
          <a:xfrm>
            <a:off x="1978200" y="6805080"/>
            <a:ext cx="3488760" cy="977760"/>
          </a:xfrm>
          <a:prstGeom prst="roundRect">
            <a:avLst>
              <a:gd name="adj" fmla="val 2282"/>
            </a:avLst>
          </a:prstGeom>
          <a:solidFill>
            <a:srgbClr val="111213"/>
          </a:solidFill>
          <a:ln w="15240">
            <a:solidFill>
              <a:srgbClr val="494a4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08" name="Text 8"/>
          <p:cNvSpPr/>
          <p:nvPr/>
        </p:nvSpPr>
        <p:spPr>
          <a:xfrm>
            <a:off x="2142000" y="6969240"/>
            <a:ext cx="1691280" cy="210600"/>
          </a:xfrm>
          <a:prstGeom prst="rect">
            <a:avLst/>
          </a:prstGeom>
          <a:noFill/>
          <a:ln w="0">
            <a:noFill/>
          </a:ln>
        </p:spPr>
        <p:style>
          <a:lnRef idx="0"/>
          <a:fillRef idx="0"/>
          <a:effectRef idx="0"/>
          <a:fontRef idx="minor"/>
        </p:style>
        <p:txBody>
          <a:bodyPr wrap="none" lIns="0" rIns="0" tIns="0" bIns="0" anchor="t">
            <a:noAutofit/>
          </a:bodyPr>
          <a:p>
            <a:pPr>
              <a:lnSpc>
                <a:spcPts val="1650"/>
              </a:lnSpc>
              <a:tabLst>
                <a:tab algn="l" pos="0"/>
              </a:tabLst>
            </a:pPr>
            <a:r>
              <a:rPr b="1" lang="en-US" sz="1300" spc="-1" strike="noStrike">
                <a:solidFill>
                  <a:srgbClr val="e2e6e9"/>
                </a:solidFill>
                <a:latin typeface="Montserrat Bold"/>
                <a:ea typeface="Montserrat Bold"/>
              </a:rPr>
              <a:t>Tətbiq Sahələri</a:t>
            </a:r>
            <a:endParaRPr b="0" lang="en-US" sz="1300" spc="-1" strike="noStrike">
              <a:solidFill>
                <a:srgbClr val="000000"/>
              </a:solidFill>
              <a:latin typeface="Arial"/>
            </a:endParaRPr>
          </a:p>
        </p:txBody>
      </p:sp>
      <p:sp>
        <p:nvSpPr>
          <p:cNvPr id="109" name="Text 9"/>
          <p:cNvSpPr/>
          <p:nvPr/>
        </p:nvSpPr>
        <p:spPr>
          <a:xfrm>
            <a:off x="2142000" y="7242480"/>
            <a:ext cx="3160800" cy="376560"/>
          </a:xfrm>
          <a:prstGeom prst="rect">
            <a:avLst/>
          </a:prstGeom>
          <a:noFill/>
          <a:ln w="0">
            <a:noFill/>
          </a:ln>
        </p:spPr>
        <p:style>
          <a:lnRef idx="0"/>
          <a:fillRef idx="0"/>
          <a:effectRef idx="0"/>
          <a:fontRef idx="minor"/>
        </p:style>
        <p:txBody>
          <a:bodyPr lIns="0" rIns="0" tIns="0" bIns="0" anchor="t">
            <a:noAutofit/>
          </a:bodyPr>
          <a:p>
            <a:pPr>
              <a:lnSpc>
                <a:spcPts val="1451"/>
              </a:lnSpc>
              <a:tabLst>
                <a:tab algn="l" pos="0"/>
              </a:tabLst>
            </a:pPr>
            <a:r>
              <a:rPr b="0" lang="en-US" sz="1150" spc="-1" strike="noStrike">
                <a:solidFill>
                  <a:srgbClr val="e2e6e9"/>
                </a:solidFill>
                <a:latin typeface="Source Sans 3"/>
                <a:ea typeface="Source Sans 3"/>
              </a:rPr>
              <a:t>Satış proqnozu, qiymət elastikliyi, xərc optimallaşdırması</a:t>
            </a:r>
            <a:endParaRPr b="0" lang="en-US" sz="1150" spc="-1" strike="noStrike">
              <a:solidFill>
                <a:srgbClr val="000000"/>
              </a:solidFill>
              <a:latin typeface="Arial"/>
            </a:endParaRPr>
          </a:p>
        </p:txBody>
      </p:sp>
      <p:sp>
        <p:nvSpPr>
          <p:cNvPr id="110" name="Shape 10"/>
          <p:cNvSpPr/>
          <p:nvPr/>
        </p:nvSpPr>
        <p:spPr>
          <a:xfrm>
            <a:off x="5570280" y="6805080"/>
            <a:ext cx="3488760" cy="977760"/>
          </a:xfrm>
          <a:prstGeom prst="roundRect">
            <a:avLst>
              <a:gd name="adj" fmla="val 2282"/>
            </a:avLst>
          </a:prstGeom>
          <a:solidFill>
            <a:srgbClr val="111213"/>
          </a:solidFill>
          <a:ln w="15240">
            <a:solidFill>
              <a:srgbClr val="494a4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11" name="Text 11"/>
          <p:cNvSpPr/>
          <p:nvPr/>
        </p:nvSpPr>
        <p:spPr>
          <a:xfrm>
            <a:off x="5734440" y="6969240"/>
            <a:ext cx="1691280" cy="210600"/>
          </a:xfrm>
          <a:prstGeom prst="rect">
            <a:avLst/>
          </a:prstGeom>
          <a:noFill/>
          <a:ln w="0">
            <a:noFill/>
          </a:ln>
        </p:spPr>
        <p:style>
          <a:lnRef idx="0"/>
          <a:fillRef idx="0"/>
          <a:effectRef idx="0"/>
          <a:fontRef idx="minor"/>
        </p:style>
        <p:txBody>
          <a:bodyPr wrap="none" lIns="0" rIns="0" tIns="0" bIns="0" anchor="t">
            <a:noAutofit/>
          </a:bodyPr>
          <a:p>
            <a:pPr>
              <a:lnSpc>
                <a:spcPts val="1650"/>
              </a:lnSpc>
              <a:tabLst>
                <a:tab algn="l" pos="0"/>
              </a:tabLst>
            </a:pPr>
            <a:r>
              <a:rPr b="1" lang="en-US" sz="1300" spc="-1" strike="noStrike">
                <a:solidFill>
                  <a:srgbClr val="e2e6e9"/>
                </a:solidFill>
                <a:latin typeface="Montserrat Bold"/>
                <a:ea typeface="Montserrat Bold"/>
              </a:rPr>
              <a:t>Üstünlüklər</a:t>
            </a:r>
            <a:endParaRPr b="0" lang="en-US" sz="1300" spc="-1" strike="noStrike">
              <a:solidFill>
                <a:srgbClr val="000000"/>
              </a:solidFill>
              <a:latin typeface="Arial"/>
            </a:endParaRPr>
          </a:p>
        </p:txBody>
      </p:sp>
      <p:sp>
        <p:nvSpPr>
          <p:cNvPr id="112" name="Text 12"/>
          <p:cNvSpPr/>
          <p:nvPr/>
        </p:nvSpPr>
        <p:spPr>
          <a:xfrm>
            <a:off x="5734440" y="7242480"/>
            <a:ext cx="3160800" cy="376560"/>
          </a:xfrm>
          <a:prstGeom prst="rect">
            <a:avLst/>
          </a:prstGeom>
          <a:noFill/>
          <a:ln w="0">
            <a:noFill/>
          </a:ln>
        </p:spPr>
        <p:style>
          <a:lnRef idx="0"/>
          <a:fillRef idx="0"/>
          <a:effectRef idx="0"/>
          <a:fontRef idx="minor"/>
        </p:style>
        <p:txBody>
          <a:bodyPr lIns="0" rIns="0" tIns="0" bIns="0" anchor="t">
            <a:noAutofit/>
          </a:bodyPr>
          <a:p>
            <a:pPr>
              <a:lnSpc>
                <a:spcPts val="1451"/>
              </a:lnSpc>
              <a:tabLst>
                <a:tab algn="l" pos="0"/>
              </a:tabLst>
            </a:pPr>
            <a:r>
              <a:rPr b="0" lang="en-US" sz="1150" spc="-1" strike="noStrike">
                <a:solidFill>
                  <a:srgbClr val="e2e6e9"/>
                </a:solidFill>
                <a:latin typeface="Source Sans 3"/>
                <a:ea typeface="Source Sans 3"/>
              </a:rPr>
              <a:t>Sadə interpretasiya, sürətli hesablama, geniş istifadə</a:t>
            </a:r>
            <a:endParaRPr b="0" lang="en-US" sz="1150" spc="-1" strike="noStrike">
              <a:solidFill>
                <a:srgbClr val="000000"/>
              </a:solidFill>
              <a:latin typeface="Arial"/>
            </a:endParaRPr>
          </a:p>
        </p:txBody>
      </p:sp>
      <p:sp>
        <p:nvSpPr>
          <p:cNvPr id="113" name="Shape 13"/>
          <p:cNvSpPr/>
          <p:nvPr/>
        </p:nvSpPr>
        <p:spPr>
          <a:xfrm>
            <a:off x="9162720" y="6805080"/>
            <a:ext cx="3489120" cy="977760"/>
          </a:xfrm>
          <a:prstGeom prst="roundRect">
            <a:avLst>
              <a:gd name="adj" fmla="val 2282"/>
            </a:avLst>
          </a:prstGeom>
          <a:solidFill>
            <a:srgbClr val="111213"/>
          </a:solidFill>
          <a:ln w="15240">
            <a:solidFill>
              <a:srgbClr val="494a4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14" name="Text 14"/>
          <p:cNvSpPr/>
          <p:nvPr/>
        </p:nvSpPr>
        <p:spPr>
          <a:xfrm>
            <a:off x="9326520" y="6969240"/>
            <a:ext cx="1691280" cy="210600"/>
          </a:xfrm>
          <a:prstGeom prst="rect">
            <a:avLst/>
          </a:prstGeom>
          <a:noFill/>
          <a:ln w="0">
            <a:noFill/>
          </a:ln>
        </p:spPr>
        <p:style>
          <a:lnRef idx="0"/>
          <a:fillRef idx="0"/>
          <a:effectRef idx="0"/>
          <a:fontRef idx="minor"/>
        </p:style>
        <p:txBody>
          <a:bodyPr wrap="none" lIns="0" rIns="0" tIns="0" bIns="0" anchor="t">
            <a:noAutofit/>
          </a:bodyPr>
          <a:p>
            <a:pPr>
              <a:lnSpc>
                <a:spcPts val="1650"/>
              </a:lnSpc>
              <a:tabLst>
                <a:tab algn="l" pos="0"/>
              </a:tabLst>
            </a:pPr>
            <a:r>
              <a:rPr b="1" lang="en-US" sz="1300" spc="-1" strike="noStrike">
                <a:solidFill>
                  <a:srgbClr val="e2e6e9"/>
                </a:solidFill>
                <a:latin typeface="Montserrat Bold"/>
                <a:ea typeface="Montserrat Bold"/>
              </a:rPr>
              <a:t>Məhdudiyyətlər</a:t>
            </a:r>
            <a:endParaRPr b="0" lang="en-US" sz="1300" spc="-1" strike="noStrike">
              <a:solidFill>
                <a:srgbClr val="000000"/>
              </a:solidFill>
              <a:latin typeface="Arial"/>
            </a:endParaRPr>
          </a:p>
        </p:txBody>
      </p:sp>
      <p:sp>
        <p:nvSpPr>
          <p:cNvPr id="115" name="Text 15"/>
          <p:cNvSpPr/>
          <p:nvPr/>
        </p:nvSpPr>
        <p:spPr>
          <a:xfrm>
            <a:off x="9326520" y="7242480"/>
            <a:ext cx="3160800" cy="187920"/>
          </a:xfrm>
          <a:prstGeom prst="rect">
            <a:avLst/>
          </a:prstGeom>
          <a:noFill/>
          <a:ln w="0">
            <a:noFill/>
          </a:ln>
        </p:spPr>
        <p:style>
          <a:lnRef idx="0"/>
          <a:fillRef idx="0"/>
          <a:effectRef idx="0"/>
          <a:fontRef idx="minor"/>
        </p:style>
        <p:txBody>
          <a:bodyPr wrap="none" lIns="0" rIns="0" tIns="0" bIns="0" anchor="t">
            <a:noAutofit/>
          </a:bodyPr>
          <a:p>
            <a:pPr>
              <a:lnSpc>
                <a:spcPts val="1451"/>
              </a:lnSpc>
              <a:tabLst>
                <a:tab algn="l" pos="0"/>
              </a:tabLst>
            </a:pPr>
            <a:r>
              <a:rPr b="0" lang="en-US" sz="1150" spc="-1" strike="noStrike">
                <a:solidFill>
                  <a:srgbClr val="e2e6e9"/>
                </a:solidFill>
                <a:latin typeface="Source Sans 3"/>
                <a:ea typeface="Source Sans 3"/>
              </a:rPr>
              <a:t>Yalnız xətti əlaqələr, outlier-lərə həssaslıq</a:t>
            </a:r>
            <a:endParaRPr b="0" lang="en-US" sz="115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6" name="Text 0"/>
          <p:cNvSpPr/>
          <p:nvPr/>
        </p:nvSpPr>
        <p:spPr>
          <a:xfrm>
            <a:off x="863640" y="1387080"/>
            <a:ext cx="9128880" cy="612720"/>
          </a:xfrm>
          <a:prstGeom prst="rect">
            <a:avLst/>
          </a:prstGeom>
          <a:noFill/>
          <a:ln w="0">
            <a:noFill/>
          </a:ln>
        </p:spPr>
        <p:style>
          <a:lnRef idx="0"/>
          <a:fillRef idx="0"/>
          <a:effectRef idx="0"/>
          <a:fontRef idx="minor"/>
        </p:style>
        <p:txBody>
          <a:bodyPr wrap="none" lIns="0" rIns="0" tIns="0" bIns="0" anchor="t">
            <a:noAutofit/>
          </a:bodyPr>
          <a:p>
            <a:pPr>
              <a:lnSpc>
                <a:spcPts val="4799"/>
              </a:lnSpc>
              <a:tabLst>
                <a:tab algn="l" pos="0"/>
              </a:tabLst>
            </a:pPr>
            <a:r>
              <a:rPr b="1" lang="en-US" sz="3850" spc="-1" strike="noStrike">
                <a:solidFill>
                  <a:srgbClr val="ffffff"/>
                </a:solidFill>
                <a:latin typeface="Montserrat Bold"/>
                <a:ea typeface="Montserrat Bold"/>
              </a:rPr>
              <a:t>Zaman Sıraları: Dinamikanın Analizi</a:t>
            </a:r>
            <a:endParaRPr b="0" lang="en-US" sz="3850" spc="-1" strike="noStrike">
              <a:solidFill>
                <a:srgbClr val="000000"/>
              </a:solidFill>
              <a:latin typeface="Arial"/>
            </a:endParaRPr>
          </a:p>
        </p:txBody>
      </p:sp>
      <p:sp>
        <p:nvSpPr>
          <p:cNvPr id="117" name="Text 1"/>
          <p:cNvSpPr/>
          <p:nvPr/>
        </p:nvSpPr>
        <p:spPr>
          <a:xfrm>
            <a:off x="863640" y="2108520"/>
            <a:ext cx="12902040" cy="647280"/>
          </a:xfrm>
          <a:prstGeom prst="rect">
            <a:avLst/>
          </a:prstGeom>
          <a:noFill/>
          <a:ln w="0">
            <a:noFill/>
          </a:ln>
        </p:spPr>
        <p:style>
          <a:lnRef idx="0"/>
          <a:fillRef idx="0"/>
          <a:effectRef idx="0"/>
          <a:fontRef idx="minor"/>
        </p:style>
        <p:txBody>
          <a:bodyPr lIns="0" rIns="0" tIns="0" bIns="0" anchor="t">
            <a:noAutofit/>
          </a:bodyPr>
          <a:p>
            <a:pPr>
              <a:lnSpc>
                <a:spcPts val="2551"/>
              </a:lnSpc>
              <a:tabLst>
                <a:tab algn="l" pos="0"/>
              </a:tabLst>
            </a:pPr>
            <a:r>
              <a:rPr b="0" lang="en-US" sz="1700" spc="-1" strike="noStrike">
                <a:solidFill>
                  <a:srgbClr val="e2e6e9"/>
                </a:solidFill>
                <a:latin typeface="Source Sans 3"/>
                <a:ea typeface="Source Sans 3"/>
              </a:rPr>
              <a:t>Zaman sırası analizi zamana görə dəyişən məlumatları öyrənir və gələcək dəyərləri proqnozlaşdırır. Bu metodun üç əsas komponenti var: </a:t>
            </a:r>
            <a:r>
              <a:rPr b="1" lang="en-US" sz="1700" spc="-1" strike="noStrike">
                <a:solidFill>
                  <a:srgbClr val="e2e6e9"/>
                </a:solidFill>
                <a:latin typeface="Source Sans 3"/>
                <a:ea typeface="Source Sans 3"/>
              </a:rPr>
              <a:t>trend</a:t>
            </a:r>
            <a:r>
              <a:rPr b="0" lang="en-US" sz="1700" spc="-1" strike="noStrike">
                <a:solidFill>
                  <a:srgbClr val="e2e6e9"/>
                </a:solidFill>
                <a:latin typeface="Source Sans 3"/>
                <a:ea typeface="Source Sans 3"/>
              </a:rPr>
              <a:t> (uzunmüddətli istiqamət), </a:t>
            </a:r>
            <a:r>
              <a:rPr b="1" lang="en-US" sz="1700" spc="-1" strike="noStrike">
                <a:solidFill>
                  <a:srgbClr val="e2e6e9"/>
                </a:solidFill>
                <a:latin typeface="Source Sans 3"/>
                <a:ea typeface="Source Sans 3"/>
              </a:rPr>
              <a:t>mövsümlük</a:t>
            </a:r>
            <a:r>
              <a:rPr b="0" lang="en-US" sz="1700" spc="-1" strike="noStrike">
                <a:solidFill>
                  <a:srgbClr val="e2e6e9"/>
                </a:solidFill>
                <a:latin typeface="Source Sans 3"/>
                <a:ea typeface="Source Sans 3"/>
              </a:rPr>
              <a:t> (müntəzəm təkrarlanan dəyişikliklər) və </a:t>
            </a:r>
            <a:r>
              <a:rPr b="1" lang="en-US" sz="1700" spc="-1" strike="noStrike">
                <a:solidFill>
                  <a:srgbClr val="e2e6e9"/>
                </a:solidFill>
                <a:latin typeface="Source Sans 3"/>
                <a:ea typeface="Source Sans 3"/>
              </a:rPr>
              <a:t>tsikliklik</a:t>
            </a:r>
            <a:r>
              <a:rPr b="0" lang="en-US" sz="1700" spc="-1" strike="noStrike">
                <a:solidFill>
                  <a:srgbClr val="e2e6e9"/>
                </a:solidFill>
                <a:latin typeface="Source Sans 3"/>
                <a:ea typeface="Source Sans 3"/>
              </a:rPr>
              <a:t> (qeyri-müntəzəm dalğalanmalar).</a:t>
            </a:r>
            <a:endParaRPr b="0" lang="en-US" sz="1700" spc="-1" strike="noStrike">
              <a:solidFill>
                <a:srgbClr val="000000"/>
              </a:solidFill>
              <a:latin typeface="Arial"/>
            </a:endParaRPr>
          </a:p>
        </p:txBody>
      </p:sp>
      <p:pic>
        <p:nvPicPr>
          <p:cNvPr id="118" name="Image 0" descr="preencoded.png"/>
          <p:cNvPicPr/>
          <p:nvPr/>
        </p:nvPicPr>
        <p:blipFill>
          <a:blip r:embed="rId1"/>
          <a:stretch/>
        </p:blipFill>
        <p:spPr>
          <a:xfrm>
            <a:off x="863640" y="3323520"/>
            <a:ext cx="1194480" cy="1194480"/>
          </a:xfrm>
          <a:prstGeom prst="rect">
            <a:avLst/>
          </a:prstGeom>
          <a:ln w="0">
            <a:noFill/>
          </a:ln>
        </p:spPr>
      </p:pic>
      <p:sp>
        <p:nvSpPr>
          <p:cNvPr id="119" name="Text 2"/>
          <p:cNvSpPr/>
          <p:nvPr/>
        </p:nvSpPr>
        <p:spPr>
          <a:xfrm>
            <a:off x="2328840" y="3323520"/>
            <a:ext cx="2453400" cy="306000"/>
          </a:xfrm>
          <a:prstGeom prst="rect">
            <a:avLst/>
          </a:prstGeom>
          <a:noFill/>
          <a:ln w="0">
            <a:noFill/>
          </a:ln>
        </p:spPr>
        <p:style>
          <a:lnRef idx="0"/>
          <a:fillRef idx="0"/>
          <a:effectRef idx="0"/>
          <a:fontRef idx="minor"/>
        </p:style>
        <p:txBody>
          <a:bodyPr wrap="none" lIns="0" rIns="0" tIns="0" bIns="0" anchor="t">
            <a:noAutofit/>
          </a:bodyPr>
          <a:p>
            <a:pPr>
              <a:lnSpc>
                <a:spcPts val="2401"/>
              </a:lnSpc>
              <a:tabLst>
                <a:tab algn="l" pos="0"/>
              </a:tabLst>
            </a:pPr>
            <a:r>
              <a:rPr b="1" lang="en-US" sz="1900" spc="-1" strike="noStrike">
                <a:solidFill>
                  <a:srgbClr val="e2e6e9"/>
                </a:solidFill>
                <a:latin typeface="Montserrat Bold"/>
                <a:ea typeface="Montserrat Bold"/>
              </a:rPr>
              <a:t>Trend</a:t>
            </a:r>
            <a:endParaRPr b="0" lang="en-US" sz="1900" spc="-1" strike="noStrike">
              <a:solidFill>
                <a:srgbClr val="000000"/>
              </a:solidFill>
              <a:latin typeface="Arial"/>
            </a:endParaRPr>
          </a:p>
        </p:txBody>
      </p:sp>
      <p:sp>
        <p:nvSpPr>
          <p:cNvPr id="120" name="Text 3"/>
          <p:cNvSpPr/>
          <p:nvPr/>
        </p:nvSpPr>
        <p:spPr>
          <a:xfrm>
            <a:off x="2328840" y="3831480"/>
            <a:ext cx="2655360" cy="1295280"/>
          </a:xfrm>
          <a:prstGeom prst="rect">
            <a:avLst/>
          </a:prstGeom>
          <a:noFill/>
          <a:ln w="0">
            <a:noFill/>
          </a:ln>
        </p:spPr>
        <p:style>
          <a:lnRef idx="0"/>
          <a:fillRef idx="0"/>
          <a:effectRef idx="0"/>
          <a:fontRef idx="minor"/>
        </p:style>
        <p:txBody>
          <a:bodyPr lIns="0" rIns="0" tIns="0" bIns="0" anchor="t">
            <a:noAutofit/>
          </a:bodyPr>
          <a:p>
            <a:pPr>
              <a:lnSpc>
                <a:spcPts val="2551"/>
              </a:lnSpc>
              <a:tabLst>
                <a:tab algn="l" pos="0"/>
              </a:tabLst>
            </a:pPr>
            <a:r>
              <a:rPr b="0" lang="en-US" sz="1700" spc="-1" strike="noStrike">
                <a:solidFill>
                  <a:srgbClr val="e2e6e9"/>
                </a:solidFill>
                <a:latin typeface="Source Sans 3"/>
                <a:ea typeface="Source Sans 3"/>
              </a:rPr>
              <a:t>Uzunmüddətli artım və ya azalma istiqaməti. Məsələn, şirkətin satışlarının son 5 ildə ildə 15% artması.</a:t>
            </a:r>
            <a:endParaRPr b="0" lang="en-US" sz="1700" spc="-1" strike="noStrike">
              <a:solidFill>
                <a:srgbClr val="000000"/>
              </a:solidFill>
              <a:latin typeface="Arial"/>
            </a:endParaRPr>
          </a:p>
        </p:txBody>
      </p:sp>
      <p:pic>
        <p:nvPicPr>
          <p:cNvPr id="121" name="Image 1" descr="preencoded.png"/>
          <p:cNvPicPr/>
          <p:nvPr/>
        </p:nvPicPr>
        <p:blipFill>
          <a:blip r:embed="rId2"/>
          <a:stretch/>
        </p:blipFill>
        <p:spPr>
          <a:xfrm>
            <a:off x="5254560" y="3323520"/>
            <a:ext cx="1194480" cy="1194480"/>
          </a:xfrm>
          <a:prstGeom prst="rect">
            <a:avLst/>
          </a:prstGeom>
          <a:ln w="0">
            <a:noFill/>
          </a:ln>
        </p:spPr>
      </p:pic>
      <p:sp>
        <p:nvSpPr>
          <p:cNvPr id="122" name="Text 4"/>
          <p:cNvSpPr/>
          <p:nvPr/>
        </p:nvSpPr>
        <p:spPr>
          <a:xfrm>
            <a:off x="6719760" y="3323520"/>
            <a:ext cx="2453400" cy="306000"/>
          </a:xfrm>
          <a:prstGeom prst="rect">
            <a:avLst/>
          </a:prstGeom>
          <a:noFill/>
          <a:ln w="0">
            <a:noFill/>
          </a:ln>
        </p:spPr>
        <p:style>
          <a:lnRef idx="0"/>
          <a:fillRef idx="0"/>
          <a:effectRef idx="0"/>
          <a:fontRef idx="minor"/>
        </p:style>
        <p:txBody>
          <a:bodyPr wrap="none" lIns="0" rIns="0" tIns="0" bIns="0" anchor="t">
            <a:noAutofit/>
          </a:bodyPr>
          <a:p>
            <a:pPr>
              <a:lnSpc>
                <a:spcPts val="2401"/>
              </a:lnSpc>
              <a:tabLst>
                <a:tab algn="l" pos="0"/>
              </a:tabLst>
            </a:pPr>
            <a:r>
              <a:rPr b="1" lang="en-US" sz="1900" spc="-1" strike="noStrike">
                <a:solidFill>
                  <a:srgbClr val="e2e6e9"/>
                </a:solidFill>
                <a:latin typeface="Montserrat Bold"/>
                <a:ea typeface="Montserrat Bold"/>
              </a:rPr>
              <a:t>Mövsümlük</a:t>
            </a:r>
            <a:endParaRPr b="0" lang="en-US" sz="1900" spc="-1" strike="noStrike">
              <a:solidFill>
                <a:srgbClr val="000000"/>
              </a:solidFill>
              <a:latin typeface="Arial"/>
            </a:endParaRPr>
          </a:p>
        </p:txBody>
      </p:sp>
      <p:sp>
        <p:nvSpPr>
          <p:cNvPr id="123" name="Text 5"/>
          <p:cNvSpPr/>
          <p:nvPr/>
        </p:nvSpPr>
        <p:spPr>
          <a:xfrm>
            <a:off x="6719760" y="3831480"/>
            <a:ext cx="2655360" cy="1619280"/>
          </a:xfrm>
          <a:prstGeom prst="rect">
            <a:avLst/>
          </a:prstGeom>
          <a:noFill/>
          <a:ln w="0">
            <a:noFill/>
          </a:ln>
        </p:spPr>
        <p:style>
          <a:lnRef idx="0"/>
          <a:fillRef idx="0"/>
          <a:effectRef idx="0"/>
          <a:fontRef idx="minor"/>
        </p:style>
        <p:txBody>
          <a:bodyPr lIns="0" rIns="0" tIns="0" bIns="0" anchor="t">
            <a:noAutofit/>
          </a:bodyPr>
          <a:p>
            <a:pPr>
              <a:lnSpc>
                <a:spcPts val="2551"/>
              </a:lnSpc>
              <a:tabLst>
                <a:tab algn="l" pos="0"/>
              </a:tabLst>
            </a:pPr>
            <a:r>
              <a:rPr b="0" lang="en-US" sz="1700" spc="-1" strike="noStrike">
                <a:solidFill>
                  <a:srgbClr val="e2e6e9"/>
                </a:solidFill>
                <a:latin typeface="Source Sans 3"/>
                <a:ea typeface="Source Sans 3"/>
              </a:rPr>
              <a:t>Müəyyən intervallarda təkrarlanan nümunələr. Məsələn, yay aylarında turizm sahəsində satışların artması.</a:t>
            </a:r>
            <a:endParaRPr b="0" lang="en-US" sz="1700" spc="-1" strike="noStrike">
              <a:solidFill>
                <a:srgbClr val="000000"/>
              </a:solidFill>
              <a:latin typeface="Arial"/>
            </a:endParaRPr>
          </a:p>
        </p:txBody>
      </p:sp>
      <p:pic>
        <p:nvPicPr>
          <p:cNvPr id="124" name="Image 2" descr="preencoded.png"/>
          <p:cNvPicPr/>
          <p:nvPr/>
        </p:nvPicPr>
        <p:blipFill>
          <a:blip r:embed="rId3"/>
          <a:stretch/>
        </p:blipFill>
        <p:spPr>
          <a:xfrm>
            <a:off x="9645480" y="3359520"/>
            <a:ext cx="1194480" cy="1194480"/>
          </a:xfrm>
          <a:prstGeom prst="rect">
            <a:avLst/>
          </a:prstGeom>
          <a:ln w="0">
            <a:noFill/>
          </a:ln>
        </p:spPr>
      </p:pic>
      <p:sp>
        <p:nvSpPr>
          <p:cNvPr id="125" name="Text 6"/>
          <p:cNvSpPr/>
          <p:nvPr/>
        </p:nvSpPr>
        <p:spPr>
          <a:xfrm>
            <a:off x="11110680" y="3323520"/>
            <a:ext cx="2453400" cy="306000"/>
          </a:xfrm>
          <a:prstGeom prst="rect">
            <a:avLst/>
          </a:prstGeom>
          <a:noFill/>
          <a:ln w="0">
            <a:noFill/>
          </a:ln>
        </p:spPr>
        <p:style>
          <a:lnRef idx="0"/>
          <a:fillRef idx="0"/>
          <a:effectRef idx="0"/>
          <a:fontRef idx="minor"/>
        </p:style>
        <p:txBody>
          <a:bodyPr wrap="none" lIns="0" rIns="0" tIns="0" bIns="0" anchor="t">
            <a:noAutofit/>
          </a:bodyPr>
          <a:p>
            <a:pPr>
              <a:lnSpc>
                <a:spcPts val="2401"/>
              </a:lnSpc>
              <a:tabLst>
                <a:tab algn="l" pos="0"/>
              </a:tabLst>
            </a:pPr>
            <a:r>
              <a:rPr b="1" lang="en-US" sz="1900" spc="-1" strike="noStrike">
                <a:solidFill>
                  <a:srgbClr val="e2e6e9"/>
                </a:solidFill>
                <a:latin typeface="Montserrat Bold"/>
                <a:ea typeface="Montserrat Bold"/>
              </a:rPr>
              <a:t>Tsikliklik</a:t>
            </a:r>
            <a:endParaRPr b="0" lang="en-US" sz="1900" spc="-1" strike="noStrike">
              <a:solidFill>
                <a:srgbClr val="000000"/>
              </a:solidFill>
              <a:latin typeface="Arial"/>
            </a:endParaRPr>
          </a:p>
        </p:txBody>
      </p:sp>
      <p:sp>
        <p:nvSpPr>
          <p:cNvPr id="126" name="Text 7"/>
          <p:cNvSpPr/>
          <p:nvPr/>
        </p:nvSpPr>
        <p:spPr>
          <a:xfrm>
            <a:off x="11110680" y="3831480"/>
            <a:ext cx="2655360" cy="1619280"/>
          </a:xfrm>
          <a:prstGeom prst="rect">
            <a:avLst/>
          </a:prstGeom>
          <a:noFill/>
          <a:ln w="0">
            <a:noFill/>
          </a:ln>
        </p:spPr>
        <p:style>
          <a:lnRef idx="0"/>
          <a:fillRef idx="0"/>
          <a:effectRef idx="0"/>
          <a:fontRef idx="minor"/>
        </p:style>
        <p:txBody>
          <a:bodyPr lIns="0" rIns="0" tIns="0" bIns="0" anchor="t">
            <a:noAutofit/>
          </a:bodyPr>
          <a:p>
            <a:pPr>
              <a:lnSpc>
                <a:spcPts val="2551"/>
              </a:lnSpc>
              <a:tabLst>
                <a:tab algn="l" pos="0"/>
              </a:tabLst>
            </a:pPr>
            <a:r>
              <a:rPr b="0" lang="en-US" sz="1700" spc="-1" strike="noStrike">
                <a:solidFill>
                  <a:srgbClr val="e2e6e9"/>
                </a:solidFill>
                <a:latin typeface="Source Sans 3"/>
                <a:ea typeface="Source Sans 3"/>
              </a:rPr>
              <a:t>Qeyri-müntəzəm dalğalanmalar, adətən iqtisadi tsikllərlə bağlı. Resesiya və inkişaf dövrləri nümunəsidir.</a:t>
            </a:r>
            <a:endParaRPr b="0" lang="en-US" sz="1700" spc="-1" strike="noStrike">
              <a:solidFill>
                <a:srgbClr val="000000"/>
              </a:solidFill>
              <a:latin typeface="Arial"/>
            </a:endParaRPr>
          </a:p>
        </p:txBody>
      </p:sp>
      <p:sp>
        <p:nvSpPr>
          <p:cNvPr id="127" name="Shape 8"/>
          <p:cNvSpPr/>
          <p:nvPr/>
        </p:nvSpPr>
        <p:spPr>
          <a:xfrm>
            <a:off x="863640" y="5622480"/>
            <a:ext cx="12902040" cy="1219320"/>
          </a:xfrm>
          <a:prstGeom prst="roundRect">
            <a:avLst>
              <a:gd name="adj" fmla="val 2656"/>
            </a:avLst>
          </a:prstGeom>
          <a:solidFill>
            <a:srgbClr val="262626"/>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pic>
        <p:nvPicPr>
          <p:cNvPr id="128" name="Image 3" descr="preencoded.png"/>
          <p:cNvPicPr/>
          <p:nvPr/>
        </p:nvPicPr>
        <p:blipFill>
          <a:blip r:embed="rId4"/>
          <a:stretch/>
        </p:blipFill>
        <p:spPr>
          <a:xfrm>
            <a:off x="1079640" y="5931720"/>
            <a:ext cx="269280" cy="215280"/>
          </a:xfrm>
          <a:prstGeom prst="rect">
            <a:avLst/>
          </a:prstGeom>
          <a:ln w="0">
            <a:noFill/>
          </a:ln>
        </p:spPr>
      </p:pic>
      <p:sp>
        <p:nvSpPr>
          <p:cNvPr id="129" name="Text 9"/>
          <p:cNvSpPr/>
          <p:nvPr/>
        </p:nvSpPr>
        <p:spPr>
          <a:xfrm>
            <a:off x="1565280" y="5892120"/>
            <a:ext cx="11984760" cy="647280"/>
          </a:xfrm>
          <a:prstGeom prst="rect">
            <a:avLst/>
          </a:prstGeom>
          <a:noFill/>
          <a:ln w="0">
            <a:noFill/>
          </a:ln>
        </p:spPr>
        <p:style>
          <a:lnRef idx="0"/>
          <a:fillRef idx="0"/>
          <a:effectRef idx="0"/>
          <a:fontRef idx="minor"/>
        </p:style>
        <p:txBody>
          <a:bodyPr lIns="0" rIns="0" tIns="0" bIns="0" anchor="t">
            <a:noAutofit/>
          </a:bodyPr>
          <a:p>
            <a:pPr>
              <a:lnSpc>
                <a:spcPts val="2551"/>
              </a:lnSpc>
              <a:tabLst>
                <a:tab algn="l" pos="0"/>
              </a:tabLst>
            </a:pPr>
            <a:r>
              <a:rPr b="1" lang="en-US" sz="1700" spc="-1" strike="noStrike">
                <a:solidFill>
                  <a:srgbClr val="ffffff"/>
                </a:solidFill>
                <a:latin typeface="Source Sans 3"/>
                <a:ea typeface="Source Sans 3"/>
              </a:rPr>
              <a:t>Praktik nümunə:</a:t>
            </a:r>
            <a:r>
              <a:rPr b="0" lang="en-US" sz="1700" spc="-1" strike="noStrike">
                <a:solidFill>
                  <a:srgbClr val="ffffff"/>
                </a:solidFill>
                <a:latin typeface="Source Sans 3"/>
                <a:ea typeface="Source Sans 3"/>
              </a:rPr>
              <a:t> Aylıq satışların proqnozu üçün son 3 ilin məlumatları təhlil edilir, mövsümi nümunələr müəyyənləşdirilir və gələcək aylar üçün proqnoz hazırlanır.</a:t>
            </a:r>
            <a:endParaRPr b="0" lang="en-US" sz="17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0" name="Shape 0"/>
          <p:cNvSpPr/>
          <p:nvPr/>
        </p:nvSpPr>
        <p:spPr>
          <a:xfrm>
            <a:off x="2253960" y="633960"/>
            <a:ext cx="884880" cy="239040"/>
          </a:xfrm>
          <a:prstGeom prst="roundRect">
            <a:avLst>
              <a:gd name="adj" fmla="val 7062"/>
            </a:avLst>
          </a:prstGeom>
          <a:noFill/>
          <a:ln w="7620">
            <a:solidFill>
              <a:srgbClr val="ffffff"/>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131" name="Text 1"/>
          <p:cNvSpPr/>
          <p:nvPr/>
        </p:nvSpPr>
        <p:spPr>
          <a:xfrm>
            <a:off x="2346480" y="683640"/>
            <a:ext cx="700200" cy="139320"/>
          </a:xfrm>
          <a:prstGeom prst="rect">
            <a:avLst/>
          </a:prstGeom>
          <a:noFill/>
          <a:ln w="0">
            <a:noFill/>
          </a:ln>
        </p:spPr>
        <p:style>
          <a:lnRef idx="0"/>
          <a:fillRef idx="0"/>
          <a:effectRef idx="0"/>
          <a:fontRef idx="minor"/>
        </p:style>
        <p:txBody>
          <a:bodyPr wrap="none" lIns="0" rIns="0" tIns="0" bIns="0" anchor="t">
            <a:noAutofit/>
          </a:bodyPr>
          <a:p>
            <a:pPr>
              <a:lnSpc>
                <a:spcPts val="1100"/>
              </a:lnSpc>
              <a:tabLst>
                <a:tab algn="l" pos="0"/>
              </a:tabLst>
            </a:pPr>
            <a:r>
              <a:rPr b="0" lang="en-US" sz="850" spc="-1" strike="noStrike">
                <a:solidFill>
                  <a:srgbClr val="ffffff"/>
                </a:solidFill>
                <a:latin typeface="Source Sans 3"/>
                <a:ea typeface="Source Sans 3"/>
              </a:rPr>
              <a:t>VIZUAL METOD</a:t>
            </a:r>
            <a:endParaRPr b="0" lang="en-US" sz="850" spc="-1" strike="noStrike">
              <a:solidFill>
                <a:srgbClr val="000000"/>
              </a:solidFill>
              <a:latin typeface="Arial"/>
            </a:endParaRPr>
          </a:p>
        </p:txBody>
      </p:sp>
      <p:sp>
        <p:nvSpPr>
          <p:cNvPr id="132" name="Text 2"/>
          <p:cNvSpPr/>
          <p:nvPr/>
        </p:nvSpPr>
        <p:spPr>
          <a:xfrm>
            <a:off x="2253960" y="910800"/>
            <a:ext cx="8723520" cy="400320"/>
          </a:xfrm>
          <a:prstGeom prst="rect">
            <a:avLst/>
          </a:prstGeom>
          <a:noFill/>
          <a:ln w="0">
            <a:noFill/>
          </a:ln>
        </p:spPr>
        <p:style>
          <a:lnRef idx="0"/>
          <a:fillRef idx="0"/>
          <a:effectRef idx="0"/>
          <a:fontRef idx="minor"/>
        </p:style>
        <p:txBody>
          <a:bodyPr wrap="none" lIns="0" rIns="0" tIns="0" bIns="0" anchor="t">
            <a:noAutofit/>
          </a:bodyPr>
          <a:p>
            <a:pPr>
              <a:lnSpc>
                <a:spcPts val="3149"/>
              </a:lnSpc>
              <a:tabLst>
                <a:tab algn="l" pos="0"/>
              </a:tabLst>
            </a:pPr>
            <a:r>
              <a:rPr b="1" lang="en-US" sz="2500" spc="-1" strike="noStrike">
                <a:solidFill>
                  <a:srgbClr val="ffffff"/>
                </a:solidFill>
                <a:latin typeface="Montserrat Bold"/>
                <a:ea typeface="Montserrat Bold"/>
              </a:rPr>
              <a:t>Qərar Ağacları: Strukturlaşdırılmış Qərar Qəbuletmə</a:t>
            </a:r>
            <a:endParaRPr b="0" lang="en-US" sz="2500" spc="-1" strike="noStrike">
              <a:solidFill>
                <a:srgbClr val="000000"/>
              </a:solidFill>
              <a:latin typeface="Arial"/>
            </a:endParaRPr>
          </a:p>
        </p:txBody>
      </p:sp>
      <p:sp>
        <p:nvSpPr>
          <p:cNvPr id="133" name="Text 3"/>
          <p:cNvSpPr/>
          <p:nvPr/>
        </p:nvSpPr>
        <p:spPr>
          <a:xfrm>
            <a:off x="2253960" y="1450080"/>
            <a:ext cx="10121400" cy="349560"/>
          </a:xfrm>
          <a:prstGeom prst="rect">
            <a:avLst/>
          </a:prstGeom>
          <a:noFill/>
          <a:ln w="0">
            <a:noFill/>
          </a:ln>
        </p:spPr>
        <p:style>
          <a:lnRef idx="0"/>
          <a:fillRef idx="0"/>
          <a:effectRef idx="0"/>
          <a:fontRef idx="minor"/>
        </p:style>
        <p:txBody>
          <a:bodyPr lIns="0" rIns="0" tIns="0" bIns="0" anchor="t">
            <a:noAutofit/>
          </a:bodyPr>
          <a:p>
            <a:pPr>
              <a:lnSpc>
                <a:spcPts val="1349"/>
              </a:lnSpc>
              <a:tabLst>
                <a:tab algn="l" pos="0"/>
              </a:tabLst>
            </a:pPr>
            <a:r>
              <a:rPr b="0" lang="en-US" sz="1100" spc="-1" strike="noStrike">
                <a:solidFill>
                  <a:srgbClr val="e2e6e9"/>
                </a:solidFill>
                <a:latin typeface="Source Sans 3"/>
                <a:ea typeface="Source Sans 3"/>
              </a:rPr>
              <a:t>Qərar ağacları alternativləri, nəticələri və ehtimalları vizual strukturda təqdim edən güclü alətdir. Bu metod mürəkkəb qərarları aydın, izləniləsi addımlara bölür və hər bir seçimin potensial nəticələrini göstərir.</a:t>
            </a:r>
            <a:endParaRPr b="0" lang="en-US" sz="1100" spc="-1" strike="noStrike">
              <a:solidFill>
                <a:srgbClr val="000000"/>
              </a:solidFill>
              <a:latin typeface="Arial"/>
            </a:endParaRPr>
          </a:p>
        </p:txBody>
      </p:sp>
      <p:pic>
        <p:nvPicPr>
          <p:cNvPr id="134" name="Image 0" descr="preencoded.png"/>
          <p:cNvPicPr/>
          <p:nvPr/>
        </p:nvPicPr>
        <p:blipFill>
          <a:blip r:embed="rId1"/>
          <a:stretch/>
        </p:blipFill>
        <p:spPr>
          <a:xfrm>
            <a:off x="2535840" y="1904040"/>
            <a:ext cx="9557640" cy="3917880"/>
          </a:xfrm>
          <a:prstGeom prst="rect">
            <a:avLst/>
          </a:prstGeom>
          <a:ln w="0">
            <a:noFill/>
          </a:ln>
        </p:spPr>
      </p:pic>
      <p:pic>
        <p:nvPicPr>
          <p:cNvPr id="135" name="Image 1" descr="preencoded.png"/>
          <p:cNvPicPr/>
          <p:nvPr/>
        </p:nvPicPr>
        <p:blipFill>
          <a:blip r:embed="rId2">
            <a:extLst>
              <a:ext uri="{96DAC541-7B7A-43D3-8B79-37D633B846F1}">
                <asvg:svgBlip xmlns:asvg="http://schemas.microsoft.com/office/drawing/2016/SVG/main" r:embed="rId3"/>
              </a:ext>
            </a:extLst>
          </a:blip>
          <a:stretch/>
        </p:blipFill>
        <p:spPr>
          <a:xfrm>
            <a:off x="4318920" y="2533320"/>
            <a:ext cx="323280" cy="323280"/>
          </a:xfrm>
          <a:prstGeom prst="rect">
            <a:avLst/>
          </a:prstGeom>
          <a:ln w="0">
            <a:noFill/>
          </a:ln>
        </p:spPr>
      </p:pic>
      <p:sp>
        <p:nvSpPr>
          <p:cNvPr id="136" name="Text 4"/>
          <p:cNvSpPr/>
          <p:nvPr/>
        </p:nvSpPr>
        <p:spPr>
          <a:xfrm>
            <a:off x="6682680" y="2451600"/>
            <a:ext cx="2069640" cy="258120"/>
          </a:xfrm>
          <a:prstGeom prst="rect">
            <a:avLst/>
          </a:prstGeom>
          <a:noFill/>
          <a:ln w="0">
            <a:noFill/>
          </a:ln>
        </p:spPr>
        <p:style>
          <a:lnRef idx="0"/>
          <a:fillRef idx="0"/>
          <a:effectRef idx="0"/>
          <a:fontRef idx="minor"/>
        </p:style>
        <p:txBody>
          <a:bodyPr wrap="none" lIns="0" rIns="0" tIns="0" bIns="0" anchor="t">
            <a:noAutofit/>
          </a:bodyPr>
          <a:p>
            <a:pPr>
              <a:lnSpc>
                <a:spcPts val="2001"/>
              </a:lnSpc>
              <a:tabLst>
                <a:tab algn="l" pos="0"/>
              </a:tabLst>
            </a:pPr>
            <a:r>
              <a:rPr b="1" lang="en-US" sz="1600" spc="-1" strike="noStrike">
                <a:solidFill>
                  <a:srgbClr val="e2e6e9"/>
                </a:solidFill>
                <a:latin typeface="Montserrat Bold"/>
                <a:ea typeface="Montserrat Bold"/>
              </a:rPr>
              <a:t>Aşağı İnvestisiya</a:t>
            </a:r>
            <a:endParaRPr b="0" lang="en-US" sz="1600" spc="-1" strike="noStrike">
              <a:solidFill>
                <a:srgbClr val="000000"/>
              </a:solidFill>
              <a:latin typeface="Arial"/>
            </a:endParaRPr>
          </a:p>
        </p:txBody>
      </p:sp>
      <p:sp>
        <p:nvSpPr>
          <p:cNvPr id="137" name="Text 5"/>
          <p:cNvSpPr/>
          <p:nvPr/>
        </p:nvSpPr>
        <p:spPr>
          <a:xfrm>
            <a:off x="6682680" y="2791440"/>
            <a:ext cx="4604760" cy="187560"/>
          </a:xfrm>
          <a:prstGeom prst="rect">
            <a:avLst/>
          </a:prstGeom>
          <a:noFill/>
          <a:ln w="0">
            <a:noFill/>
          </a:ln>
        </p:spPr>
        <p:style>
          <a:lnRef idx="0"/>
          <a:fillRef idx="0"/>
          <a:effectRef idx="0"/>
          <a:fontRef idx="minor"/>
        </p:style>
        <p:txBody>
          <a:bodyPr wrap="none" lIns="0" rIns="0" tIns="0" bIns="0" anchor="t">
            <a:noAutofit/>
          </a:bodyPr>
          <a:p>
            <a:pPr>
              <a:lnSpc>
                <a:spcPts val="1451"/>
              </a:lnSpc>
              <a:tabLst>
                <a:tab algn="l" pos="0"/>
              </a:tabLst>
            </a:pPr>
            <a:r>
              <a:rPr b="0" lang="en-US" sz="1400" spc="-1" strike="noStrike">
                <a:solidFill>
                  <a:srgbClr val="e2e6e9"/>
                </a:solidFill>
                <a:latin typeface="Source Sans 3"/>
                <a:ea typeface="Source Sans 3"/>
              </a:rPr>
              <a:t>%90 uğur, aşağı gəlir</a:t>
            </a:r>
            <a:endParaRPr b="0" lang="en-US" sz="1400" spc="-1" strike="noStrike">
              <a:solidFill>
                <a:srgbClr val="000000"/>
              </a:solidFill>
              <a:latin typeface="Arial"/>
            </a:endParaRPr>
          </a:p>
        </p:txBody>
      </p:sp>
      <p:sp>
        <p:nvSpPr>
          <p:cNvPr id="138" name="Text 6"/>
          <p:cNvSpPr/>
          <p:nvPr/>
        </p:nvSpPr>
        <p:spPr>
          <a:xfrm>
            <a:off x="6682680" y="3585240"/>
            <a:ext cx="2069640" cy="258120"/>
          </a:xfrm>
          <a:prstGeom prst="rect">
            <a:avLst/>
          </a:prstGeom>
          <a:noFill/>
          <a:ln w="0">
            <a:noFill/>
          </a:ln>
        </p:spPr>
        <p:style>
          <a:lnRef idx="0"/>
          <a:fillRef idx="0"/>
          <a:effectRef idx="0"/>
          <a:fontRef idx="minor"/>
        </p:style>
        <p:txBody>
          <a:bodyPr wrap="none" lIns="0" rIns="0" tIns="0" bIns="0" anchor="t">
            <a:noAutofit/>
          </a:bodyPr>
          <a:p>
            <a:pPr>
              <a:lnSpc>
                <a:spcPts val="2001"/>
              </a:lnSpc>
              <a:tabLst>
                <a:tab algn="l" pos="0"/>
              </a:tabLst>
            </a:pPr>
            <a:r>
              <a:rPr b="1" lang="en-US" sz="1600" spc="-1" strike="noStrike">
                <a:solidFill>
                  <a:srgbClr val="e2e6e9"/>
                </a:solidFill>
                <a:latin typeface="Montserrat Bold"/>
                <a:ea typeface="Montserrat Bold"/>
              </a:rPr>
              <a:t>Orta İnvestisiya</a:t>
            </a:r>
            <a:endParaRPr b="0" lang="en-US" sz="1600" spc="-1" strike="noStrike">
              <a:solidFill>
                <a:srgbClr val="000000"/>
              </a:solidFill>
              <a:latin typeface="Arial"/>
            </a:endParaRPr>
          </a:p>
        </p:txBody>
      </p:sp>
      <p:sp>
        <p:nvSpPr>
          <p:cNvPr id="139" name="Text 7"/>
          <p:cNvSpPr/>
          <p:nvPr/>
        </p:nvSpPr>
        <p:spPr>
          <a:xfrm>
            <a:off x="6682680" y="3925080"/>
            <a:ext cx="4604760" cy="187560"/>
          </a:xfrm>
          <a:prstGeom prst="rect">
            <a:avLst/>
          </a:prstGeom>
          <a:noFill/>
          <a:ln w="0">
            <a:noFill/>
          </a:ln>
        </p:spPr>
        <p:style>
          <a:lnRef idx="0"/>
          <a:fillRef idx="0"/>
          <a:effectRef idx="0"/>
          <a:fontRef idx="minor"/>
        </p:style>
        <p:txBody>
          <a:bodyPr wrap="none" lIns="0" rIns="0" tIns="0" bIns="0" anchor="t">
            <a:noAutofit/>
          </a:bodyPr>
          <a:p>
            <a:pPr>
              <a:lnSpc>
                <a:spcPts val="1451"/>
              </a:lnSpc>
              <a:tabLst>
                <a:tab algn="l" pos="0"/>
              </a:tabLst>
            </a:pPr>
            <a:r>
              <a:rPr b="0" lang="en-US" sz="1400" spc="-1" strike="noStrike">
                <a:solidFill>
                  <a:srgbClr val="e2e6e9"/>
                </a:solidFill>
                <a:latin typeface="Source Sans 3"/>
                <a:ea typeface="Source Sans 3"/>
              </a:rPr>
              <a:t>%75 uğur, orta gəlir</a:t>
            </a:r>
            <a:endParaRPr b="0" lang="en-US" sz="1400" spc="-1" strike="noStrike">
              <a:solidFill>
                <a:srgbClr val="000000"/>
              </a:solidFill>
              <a:latin typeface="Arial"/>
            </a:endParaRPr>
          </a:p>
        </p:txBody>
      </p:sp>
      <p:pic>
        <p:nvPicPr>
          <p:cNvPr id="140" name="Image 2" descr="preencoded.png"/>
          <p:cNvPicPr/>
          <p:nvPr/>
        </p:nvPicPr>
        <p:blipFill>
          <a:blip r:embed="rId4">
            <a:extLst>
              <a:ext uri="{96DAC541-7B7A-43D3-8B79-37D633B846F1}">
                <asvg:svgBlip xmlns:asvg="http://schemas.microsoft.com/office/drawing/2016/SVG/main" r:embed="rId5"/>
              </a:ext>
            </a:extLst>
          </a:blip>
          <a:stretch/>
        </p:blipFill>
        <p:spPr>
          <a:xfrm>
            <a:off x="4318920" y="3474720"/>
            <a:ext cx="323280" cy="323280"/>
          </a:xfrm>
          <a:prstGeom prst="rect">
            <a:avLst/>
          </a:prstGeom>
          <a:ln w="0">
            <a:noFill/>
          </a:ln>
        </p:spPr>
      </p:pic>
      <p:sp>
        <p:nvSpPr>
          <p:cNvPr id="141" name="Text 8"/>
          <p:cNvSpPr/>
          <p:nvPr/>
        </p:nvSpPr>
        <p:spPr>
          <a:xfrm>
            <a:off x="6682680" y="4728960"/>
            <a:ext cx="2069640" cy="258120"/>
          </a:xfrm>
          <a:prstGeom prst="rect">
            <a:avLst/>
          </a:prstGeom>
          <a:noFill/>
          <a:ln w="0">
            <a:noFill/>
          </a:ln>
        </p:spPr>
        <p:style>
          <a:lnRef idx="0"/>
          <a:fillRef idx="0"/>
          <a:effectRef idx="0"/>
          <a:fontRef idx="minor"/>
        </p:style>
        <p:txBody>
          <a:bodyPr wrap="none" lIns="0" rIns="0" tIns="0" bIns="0" anchor="t">
            <a:noAutofit/>
          </a:bodyPr>
          <a:p>
            <a:pPr>
              <a:lnSpc>
                <a:spcPts val="2001"/>
              </a:lnSpc>
              <a:tabLst>
                <a:tab algn="l" pos="0"/>
              </a:tabLst>
            </a:pPr>
            <a:r>
              <a:rPr b="1" lang="en-US" sz="1600" spc="-1" strike="noStrike">
                <a:solidFill>
                  <a:srgbClr val="e2e6e9"/>
                </a:solidFill>
                <a:latin typeface="Montserrat Bold"/>
                <a:ea typeface="Montserrat Bold"/>
              </a:rPr>
              <a:t>Yüksək İnvestisiya</a:t>
            </a:r>
            <a:endParaRPr b="0" lang="en-US" sz="1600" spc="-1" strike="noStrike">
              <a:solidFill>
                <a:srgbClr val="000000"/>
              </a:solidFill>
              <a:latin typeface="Arial"/>
            </a:endParaRPr>
          </a:p>
        </p:txBody>
      </p:sp>
      <p:sp>
        <p:nvSpPr>
          <p:cNvPr id="142" name="Text 9"/>
          <p:cNvSpPr/>
          <p:nvPr/>
        </p:nvSpPr>
        <p:spPr>
          <a:xfrm>
            <a:off x="6682680" y="5068800"/>
            <a:ext cx="4604760" cy="187560"/>
          </a:xfrm>
          <a:prstGeom prst="rect">
            <a:avLst/>
          </a:prstGeom>
          <a:noFill/>
          <a:ln w="0">
            <a:noFill/>
          </a:ln>
        </p:spPr>
        <p:style>
          <a:lnRef idx="0"/>
          <a:fillRef idx="0"/>
          <a:effectRef idx="0"/>
          <a:fontRef idx="minor"/>
        </p:style>
        <p:txBody>
          <a:bodyPr wrap="none" lIns="0" rIns="0" tIns="0" bIns="0" anchor="t">
            <a:noAutofit/>
          </a:bodyPr>
          <a:p>
            <a:pPr>
              <a:lnSpc>
                <a:spcPts val="1451"/>
              </a:lnSpc>
              <a:tabLst>
                <a:tab algn="l" pos="0"/>
              </a:tabLst>
            </a:pPr>
            <a:r>
              <a:rPr b="0" lang="en-US" sz="1400" spc="-1" strike="noStrike">
                <a:solidFill>
                  <a:srgbClr val="e2e6e9"/>
                </a:solidFill>
                <a:latin typeface="Source Sans 3"/>
                <a:ea typeface="Source Sans 3"/>
              </a:rPr>
              <a:t>%60 uğur, yüksək gəlir</a:t>
            </a:r>
            <a:endParaRPr b="0" lang="en-US" sz="1400" spc="-1" strike="noStrike">
              <a:solidFill>
                <a:srgbClr val="000000"/>
              </a:solidFill>
              <a:latin typeface="Arial"/>
            </a:endParaRPr>
          </a:p>
        </p:txBody>
      </p:sp>
      <p:pic>
        <p:nvPicPr>
          <p:cNvPr id="143" name="Image 3" descr="preencoded.png"/>
          <p:cNvPicPr/>
          <p:nvPr/>
        </p:nvPicPr>
        <p:blipFill>
          <a:blip r:embed="rId6">
            <a:extLst>
              <a:ext uri="{96DAC541-7B7A-43D3-8B79-37D633B846F1}">
                <asvg:svgBlip xmlns:asvg="http://schemas.microsoft.com/office/drawing/2016/SVG/main" r:embed="rId7"/>
              </a:ext>
            </a:extLst>
          </a:blip>
          <a:stretch/>
        </p:blipFill>
        <p:spPr>
          <a:xfrm>
            <a:off x="4318920" y="4669200"/>
            <a:ext cx="323280" cy="323280"/>
          </a:xfrm>
          <a:prstGeom prst="rect">
            <a:avLst/>
          </a:prstGeom>
          <a:ln w="0">
            <a:noFill/>
          </a:ln>
        </p:spPr>
      </p:pic>
      <p:sp>
        <p:nvSpPr>
          <p:cNvPr id="144" name="Text 10"/>
          <p:cNvSpPr/>
          <p:nvPr/>
        </p:nvSpPr>
        <p:spPr>
          <a:xfrm>
            <a:off x="2253960" y="5926680"/>
            <a:ext cx="10121400" cy="349560"/>
          </a:xfrm>
          <a:prstGeom prst="rect">
            <a:avLst/>
          </a:prstGeom>
          <a:noFill/>
          <a:ln w="0">
            <a:noFill/>
          </a:ln>
        </p:spPr>
        <p:style>
          <a:lnRef idx="0"/>
          <a:fillRef idx="0"/>
          <a:effectRef idx="0"/>
          <a:fontRef idx="minor"/>
        </p:style>
        <p:txBody>
          <a:bodyPr lIns="0" rIns="0" tIns="0" bIns="0" anchor="t">
            <a:noAutofit/>
          </a:bodyPr>
          <a:p>
            <a:pPr>
              <a:lnSpc>
                <a:spcPts val="1349"/>
              </a:lnSpc>
              <a:tabLst>
                <a:tab algn="l" pos="0"/>
              </a:tabLst>
            </a:pPr>
            <a:r>
              <a:rPr b="0" lang="en-US" sz="1100" spc="-1" strike="noStrike">
                <a:solidFill>
                  <a:srgbClr val="e2e6e9"/>
                </a:solidFill>
                <a:latin typeface="Source Sans 3"/>
                <a:ea typeface="Source Sans 3"/>
              </a:rPr>
              <a:t>Qərar ağacları xüsusilə risklərın və ehtimalların qiymətləndirilməsi üçün uyğundur. Hər bir qol (branch) bir alternativ qərar və ya hadisə, hər bir düyün (node) isə qərar nöqtəsini və ya nəticəni təmsil edir.</a:t>
            </a:r>
            <a:endParaRPr b="0" lang="en-US" sz="1100" spc="-1" strike="noStrike">
              <a:solidFill>
                <a:srgbClr val="000000"/>
              </a:solidFill>
              <a:latin typeface="Arial"/>
            </a:endParaRPr>
          </a:p>
        </p:txBody>
      </p:sp>
      <p:sp>
        <p:nvSpPr>
          <p:cNvPr id="145" name="Text 11"/>
          <p:cNvSpPr/>
          <p:nvPr/>
        </p:nvSpPr>
        <p:spPr>
          <a:xfrm>
            <a:off x="2253960" y="6473160"/>
            <a:ext cx="1603800" cy="199800"/>
          </a:xfrm>
          <a:prstGeom prst="rect">
            <a:avLst/>
          </a:prstGeom>
          <a:noFill/>
          <a:ln w="0">
            <a:noFill/>
          </a:ln>
        </p:spPr>
        <p:style>
          <a:lnRef idx="0"/>
          <a:fillRef idx="0"/>
          <a:effectRef idx="0"/>
          <a:fontRef idx="minor"/>
        </p:style>
        <p:txBody>
          <a:bodyPr wrap="none" lIns="0" rIns="0" tIns="0" bIns="0" anchor="t">
            <a:noAutofit/>
          </a:bodyPr>
          <a:p>
            <a:pPr>
              <a:lnSpc>
                <a:spcPts val="1551"/>
              </a:lnSpc>
              <a:tabLst>
                <a:tab algn="l" pos="0"/>
              </a:tabLst>
            </a:pPr>
            <a:r>
              <a:rPr b="1" lang="en-US" sz="1250" spc="-1" strike="noStrike">
                <a:solidFill>
                  <a:srgbClr val="ffffff"/>
                </a:solidFill>
                <a:latin typeface="Montserrat Bold"/>
                <a:ea typeface="Montserrat Bold"/>
              </a:rPr>
              <a:t>İstifadə Sahələri</a:t>
            </a:r>
            <a:endParaRPr b="0" lang="en-US" sz="1250" spc="-1" strike="noStrike">
              <a:solidFill>
                <a:srgbClr val="000000"/>
              </a:solidFill>
              <a:latin typeface="Arial"/>
            </a:endParaRPr>
          </a:p>
        </p:txBody>
      </p:sp>
      <p:sp>
        <p:nvSpPr>
          <p:cNvPr id="146" name="Text 12"/>
          <p:cNvSpPr/>
          <p:nvPr/>
        </p:nvSpPr>
        <p:spPr>
          <a:xfrm>
            <a:off x="2253960" y="6765840"/>
            <a:ext cx="4888080" cy="796680"/>
          </a:xfrm>
          <a:prstGeom prst="rect">
            <a:avLst/>
          </a:prstGeom>
          <a:noFill/>
          <a:ln w="0">
            <a:noFill/>
          </a:ln>
        </p:spPr>
        <p:style>
          <a:lnRef idx="0"/>
          <a:fillRef idx="0"/>
          <a:effectRef idx="0"/>
          <a:fontRef idx="minor"/>
        </p:style>
        <p:txBody>
          <a:bodyPr lIns="0" rIns="0" tIns="0" bIns="0" anchor="t">
            <a:noAutofit/>
          </a:bodyPr>
          <a:p>
            <a:pPr marL="343080" indent="-343080">
              <a:lnSpc>
                <a:spcPts val="1349"/>
              </a:lnSpc>
              <a:buClr>
                <a:srgbClr val="e2e6e9"/>
              </a:buClr>
              <a:buFont typeface="Symbol" charset="2"/>
              <a:buChar char=""/>
            </a:pPr>
            <a:r>
              <a:rPr b="0" lang="en-US" sz="1100" spc="-1" strike="noStrike">
                <a:solidFill>
                  <a:srgbClr val="e2e6e9"/>
                </a:solidFill>
                <a:latin typeface="Source Sans 3"/>
                <a:ea typeface="Source Sans 3"/>
              </a:rPr>
              <a:t>İnvestisiya qərarları</a:t>
            </a:r>
            <a:endParaRPr b="0" lang="en-US" sz="1100" spc="-1" strike="noStrike">
              <a:solidFill>
                <a:srgbClr val="000000"/>
              </a:solidFill>
              <a:latin typeface="Arial"/>
            </a:endParaRPr>
          </a:p>
          <a:p>
            <a:pPr marL="343080" indent="-343080">
              <a:lnSpc>
                <a:spcPts val="1349"/>
              </a:lnSpc>
              <a:buClr>
                <a:srgbClr val="e2e6e9"/>
              </a:buClr>
              <a:buFont typeface="Symbol" charset="2"/>
              <a:buChar char=""/>
            </a:pPr>
            <a:r>
              <a:rPr b="0" lang="en-US" sz="1100" spc="-1" strike="noStrike">
                <a:solidFill>
                  <a:srgbClr val="e2e6e9"/>
                </a:solidFill>
                <a:latin typeface="Source Sans 3"/>
                <a:ea typeface="Source Sans 3"/>
              </a:rPr>
              <a:t>Məhsul inkişafı strategiyası</a:t>
            </a:r>
            <a:endParaRPr b="0" lang="en-US" sz="1100" spc="-1" strike="noStrike">
              <a:solidFill>
                <a:srgbClr val="000000"/>
              </a:solidFill>
              <a:latin typeface="Arial"/>
            </a:endParaRPr>
          </a:p>
          <a:p>
            <a:pPr marL="343080" indent="-343080">
              <a:lnSpc>
                <a:spcPts val="1349"/>
              </a:lnSpc>
              <a:buClr>
                <a:srgbClr val="e2e6e9"/>
              </a:buClr>
              <a:buFont typeface="Symbol" charset="2"/>
              <a:buChar char=""/>
            </a:pPr>
            <a:r>
              <a:rPr b="0" lang="en-US" sz="1100" spc="-1" strike="noStrike">
                <a:solidFill>
                  <a:srgbClr val="e2e6e9"/>
                </a:solidFill>
                <a:latin typeface="Source Sans 3"/>
                <a:ea typeface="Source Sans 3"/>
              </a:rPr>
              <a:t>Risk idarəetməsi</a:t>
            </a:r>
            <a:endParaRPr b="0" lang="en-US" sz="1100" spc="-1" strike="noStrike">
              <a:solidFill>
                <a:srgbClr val="000000"/>
              </a:solidFill>
              <a:latin typeface="Arial"/>
            </a:endParaRPr>
          </a:p>
          <a:p>
            <a:pPr marL="343080" indent="-343080">
              <a:lnSpc>
                <a:spcPts val="1349"/>
              </a:lnSpc>
              <a:buClr>
                <a:srgbClr val="e2e6e9"/>
              </a:buClr>
              <a:buFont typeface="Symbol" charset="2"/>
              <a:buChar char=""/>
            </a:pPr>
            <a:r>
              <a:rPr b="0" lang="en-US" sz="1100" spc="-1" strike="noStrike">
                <a:solidFill>
                  <a:srgbClr val="e2e6e9"/>
                </a:solidFill>
                <a:latin typeface="Source Sans 3"/>
                <a:ea typeface="Source Sans 3"/>
              </a:rPr>
              <a:t>Strateji planlaşdırma</a:t>
            </a:r>
            <a:endParaRPr b="0" lang="en-US" sz="1100" spc="-1" strike="noStrike">
              <a:solidFill>
                <a:srgbClr val="000000"/>
              </a:solidFill>
              <a:latin typeface="Arial"/>
            </a:endParaRPr>
          </a:p>
        </p:txBody>
      </p:sp>
      <p:sp>
        <p:nvSpPr>
          <p:cNvPr id="147" name="Text 13"/>
          <p:cNvSpPr/>
          <p:nvPr/>
        </p:nvSpPr>
        <p:spPr>
          <a:xfrm>
            <a:off x="7494840" y="6473160"/>
            <a:ext cx="1603800" cy="199800"/>
          </a:xfrm>
          <a:prstGeom prst="rect">
            <a:avLst/>
          </a:prstGeom>
          <a:noFill/>
          <a:ln w="0">
            <a:noFill/>
          </a:ln>
        </p:spPr>
        <p:style>
          <a:lnRef idx="0"/>
          <a:fillRef idx="0"/>
          <a:effectRef idx="0"/>
          <a:fontRef idx="minor"/>
        </p:style>
        <p:txBody>
          <a:bodyPr wrap="none" lIns="0" rIns="0" tIns="0" bIns="0" anchor="t">
            <a:noAutofit/>
          </a:bodyPr>
          <a:p>
            <a:pPr>
              <a:lnSpc>
                <a:spcPts val="1551"/>
              </a:lnSpc>
              <a:tabLst>
                <a:tab algn="l" pos="0"/>
              </a:tabLst>
            </a:pPr>
            <a:r>
              <a:rPr b="1" lang="en-US" sz="1250" spc="-1" strike="noStrike">
                <a:solidFill>
                  <a:srgbClr val="ffffff"/>
                </a:solidFill>
                <a:latin typeface="Montserrat Bold"/>
                <a:ea typeface="Montserrat Bold"/>
              </a:rPr>
              <a:t>Əsas Üstünlüklər</a:t>
            </a:r>
            <a:endParaRPr b="0" lang="en-US" sz="1250" spc="-1" strike="noStrike">
              <a:solidFill>
                <a:srgbClr val="000000"/>
              </a:solidFill>
              <a:latin typeface="Arial"/>
            </a:endParaRPr>
          </a:p>
        </p:txBody>
      </p:sp>
      <p:sp>
        <p:nvSpPr>
          <p:cNvPr id="148" name="Text 14"/>
          <p:cNvSpPr/>
          <p:nvPr/>
        </p:nvSpPr>
        <p:spPr>
          <a:xfrm>
            <a:off x="7494840" y="6765840"/>
            <a:ext cx="4888080" cy="796680"/>
          </a:xfrm>
          <a:prstGeom prst="rect">
            <a:avLst/>
          </a:prstGeom>
          <a:noFill/>
          <a:ln w="0">
            <a:noFill/>
          </a:ln>
        </p:spPr>
        <p:style>
          <a:lnRef idx="0"/>
          <a:fillRef idx="0"/>
          <a:effectRef idx="0"/>
          <a:fontRef idx="minor"/>
        </p:style>
        <p:txBody>
          <a:bodyPr lIns="0" rIns="0" tIns="0" bIns="0" anchor="t">
            <a:noAutofit/>
          </a:bodyPr>
          <a:p>
            <a:pPr marL="343080" indent="-343080">
              <a:lnSpc>
                <a:spcPts val="1349"/>
              </a:lnSpc>
              <a:buClr>
                <a:srgbClr val="e2e6e9"/>
              </a:buClr>
              <a:buFont typeface="Symbol" charset="2"/>
              <a:buChar char=""/>
            </a:pPr>
            <a:r>
              <a:rPr b="0" lang="en-US" sz="1100" spc="-1" strike="noStrike">
                <a:solidFill>
                  <a:srgbClr val="e2e6e9"/>
                </a:solidFill>
                <a:latin typeface="Source Sans 3"/>
                <a:ea typeface="Source Sans 3"/>
              </a:rPr>
              <a:t>Vizual aydınlıq</a:t>
            </a:r>
            <a:endParaRPr b="0" lang="en-US" sz="1100" spc="-1" strike="noStrike">
              <a:solidFill>
                <a:srgbClr val="000000"/>
              </a:solidFill>
              <a:latin typeface="Arial"/>
            </a:endParaRPr>
          </a:p>
          <a:p>
            <a:pPr marL="343080" indent="-343080">
              <a:lnSpc>
                <a:spcPts val="1349"/>
              </a:lnSpc>
              <a:buClr>
                <a:srgbClr val="e2e6e9"/>
              </a:buClr>
              <a:buFont typeface="Symbol" charset="2"/>
              <a:buChar char=""/>
            </a:pPr>
            <a:r>
              <a:rPr b="0" lang="en-US" sz="1100" spc="-1" strike="noStrike">
                <a:solidFill>
                  <a:srgbClr val="e2e6e9"/>
                </a:solidFill>
                <a:latin typeface="Source Sans 3"/>
                <a:ea typeface="Source Sans 3"/>
              </a:rPr>
              <a:t>Asan interpretasiya</a:t>
            </a:r>
            <a:endParaRPr b="0" lang="en-US" sz="1100" spc="-1" strike="noStrike">
              <a:solidFill>
                <a:srgbClr val="000000"/>
              </a:solidFill>
              <a:latin typeface="Arial"/>
            </a:endParaRPr>
          </a:p>
          <a:p>
            <a:pPr marL="343080" indent="-343080">
              <a:lnSpc>
                <a:spcPts val="1349"/>
              </a:lnSpc>
              <a:buClr>
                <a:srgbClr val="e2e6e9"/>
              </a:buClr>
              <a:buFont typeface="Symbol" charset="2"/>
              <a:buChar char=""/>
            </a:pPr>
            <a:r>
              <a:rPr b="0" lang="en-US" sz="1100" spc="-1" strike="noStrike">
                <a:solidFill>
                  <a:srgbClr val="e2e6e9"/>
                </a:solidFill>
                <a:latin typeface="Source Sans 3"/>
                <a:ea typeface="Source Sans 3"/>
              </a:rPr>
              <a:t>Kompleks qərarların sadələşdirilməsi</a:t>
            </a:r>
            <a:endParaRPr b="0" lang="en-US" sz="1100" spc="-1" strike="noStrike">
              <a:solidFill>
                <a:srgbClr val="000000"/>
              </a:solidFill>
              <a:latin typeface="Arial"/>
            </a:endParaRPr>
          </a:p>
          <a:p>
            <a:pPr marL="343080" indent="-343080">
              <a:lnSpc>
                <a:spcPts val="1349"/>
              </a:lnSpc>
              <a:buClr>
                <a:srgbClr val="e2e6e9"/>
              </a:buClr>
              <a:buFont typeface="Symbol" charset="2"/>
              <a:buChar char=""/>
            </a:pPr>
            <a:r>
              <a:rPr b="0" lang="en-US" sz="1100" spc="-1" strike="noStrike">
                <a:solidFill>
                  <a:srgbClr val="e2e6e9"/>
                </a:solidFill>
                <a:latin typeface="Source Sans 3"/>
                <a:ea typeface="Source Sans 3"/>
              </a:rPr>
              <a:t>Risklərin kəmiyyətləşdirilməsi</a:t>
            </a:r>
            <a:endParaRPr b="0" lang="en-US" sz="11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49" name="Image 0" descr="preencoded.png"/>
          <p:cNvPicPr/>
          <p:nvPr/>
        </p:nvPicPr>
        <p:blipFill>
          <a:blip r:embed="rId1"/>
          <a:stretch/>
        </p:blipFill>
        <p:spPr>
          <a:xfrm>
            <a:off x="0" y="0"/>
            <a:ext cx="5485680" cy="8228880"/>
          </a:xfrm>
          <a:prstGeom prst="rect">
            <a:avLst/>
          </a:prstGeom>
          <a:ln w="0">
            <a:noFill/>
          </a:ln>
        </p:spPr>
      </p:pic>
      <p:sp>
        <p:nvSpPr>
          <p:cNvPr id="150" name="Text 0"/>
          <p:cNvSpPr/>
          <p:nvPr/>
        </p:nvSpPr>
        <p:spPr>
          <a:xfrm>
            <a:off x="6125760" y="1225440"/>
            <a:ext cx="7864200" cy="907560"/>
          </a:xfrm>
          <a:prstGeom prst="rect">
            <a:avLst/>
          </a:prstGeom>
          <a:noFill/>
          <a:ln w="0">
            <a:noFill/>
          </a:ln>
        </p:spPr>
        <p:style>
          <a:lnRef idx="0"/>
          <a:fillRef idx="0"/>
          <a:effectRef idx="0"/>
          <a:fontRef idx="minor"/>
        </p:style>
        <p:txBody>
          <a:bodyPr lIns="0" rIns="0" tIns="0" bIns="0" anchor="t">
            <a:noAutofit/>
          </a:bodyPr>
          <a:p>
            <a:pPr>
              <a:lnSpc>
                <a:spcPts val="3549"/>
              </a:lnSpc>
              <a:tabLst>
                <a:tab algn="l" pos="0"/>
              </a:tabLst>
            </a:pPr>
            <a:r>
              <a:rPr b="1" lang="en-US" sz="2850" spc="-1" strike="noStrike">
                <a:solidFill>
                  <a:srgbClr val="ffffff"/>
                </a:solidFill>
                <a:latin typeface="Montserrat Bold"/>
                <a:ea typeface="Montserrat Bold"/>
              </a:rPr>
              <a:t>"What-If" Analizi: Alternativ Nəticələrin Kəşfi</a:t>
            </a:r>
            <a:endParaRPr b="0" lang="en-US" sz="2850" spc="-1" strike="noStrike">
              <a:solidFill>
                <a:srgbClr val="000000"/>
              </a:solidFill>
              <a:latin typeface="Arial"/>
            </a:endParaRPr>
          </a:p>
        </p:txBody>
      </p:sp>
      <p:sp>
        <p:nvSpPr>
          <p:cNvPr id="151" name="Text 1"/>
          <p:cNvSpPr/>
          <p:nvPr/>
        </p:nvSpPr>
        <p:spPr>
          <a:xfrm>
            <a:off x="6125760" y="2311200"/>
            <a:ext cx="7864200" cy="624960"/>
          </a:xfrm>
          <a:prstGeom prst="rect">
            <a:avLst/>
          </a:prstGeom>
          <a:noFill/>
          <a:ln w="0">
            <a:noFill/>
          </a:ln>
        </p:spPr>
        <p:style>
          <a:lnRef idx="0"/>
          <a:fillRef idx="0"/>
          <a:effectRef idx="0"/>
          <a:fontRef idx="minor"/>
        </p:style>
        <p:txBody>
          <a:bodyPr lIns="0" rIns="0" tIns="0" bIns="0" anchor="t">
            <a:noAutofit/>
          </a:bodyPr>
          <a:p>
            <a:pPr>
              <a:lnSpc>
                <a:spcPts val="1599"/>
              </a:lnSpc>
              <a:tabLst>
                <a:tab algn="l" pos="0"/>
              </a:tabLst>
            </a:pPr>
            <a:r>
              <a:rPr b="0" lang="en-US" sz="1250" spc="-1" strike="noStrike">
                <a:solidFill>
                  <a:srgbClr val="e2e6e9"/>
                </a:solidFill>
                <a:latin typeface="Source Sans 3"/>
                <a:ea typeface="Source Sans 3"/>
              </a:rPr>
              <a:t>"What-if" analizi parametrlərin dəyişməsi zamanı nəticələrin necə dəyişdiyini modelləşdirir. Bu metod müxtəlif ssenarilər yaratmağa və hər birinin potensial təsirini qiymətləndirməyə imkan verir. Strateji qərarlar qəbul edərkən bu yanaşma son dərəcə dəyərlidir.</a:t>
            </a:r>
            <a:endParaRPr b="0" lang="en-US" sz="1250" spc="-1" strike="noStrike">
              <a:solidFill>
                <a:srgbClr val="000000"/>
              </a:solidFill>
              <a:latin typeface="Arial"/>
            </a:endParaRPr>
          </a:p>
        </p:txBody>
      </p:sp>
      <p:sp>
        <p:nvSpPr>
          <p:cNvPr id="152" name="Shape 2"/>
          <p:cNvSpPr/>
          <p:nvPr/>
        </p:nvSpPr>
        <p:spPr>
          <a:xfrm>
            <a:off x="6125760" y="3070440"/>
            <a:ext cx="3872520" cy="1840320"/>
          </a:xfrm>
          <a:prstGeom prst="roundRect">
            <a:avLst>
              <a:gd name="adj" fmla="val 1302"/>
            </a:avLst>
          </a:prstGeom>
          <a:solidFill>
            <a:srgbClr val="303132"/>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53" name="Shape 3"/>
          <p:cNvSpPr/>
          <p:nvPr/>
        </p:nvSpPr>
        <p:spPr>
          <a:xfrm>
            <a:off x="6285600" y="3229920"/>
            <a:ext cx="478800" cy="478800"/>
          </a:xfrm>
          <a:prstGeom prst="roundRect">
            <a:avLst>
              <a:gd name="adj" fmla="val 19064618"/>
            </a:avLst>
          </a:prstGeom>
          <a:solidFill>
            <a:srgbClr val="ffffff"/>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pic>
        <p:nvPicPr>
          <p:cNvPr id="154" name="Image 1" descr="preencoded.png"/>
          <p:cNvPicPr/>
          <p:nvPr/>
        </p:nvPicPr>
        <p:blipFill>
          <a:blip r:embed="rId2">
            <a:extLst>
              <a:ext uri="{96DAC541-7B7A-43D3-8B79-37D633B846F1}">
                <asvg:svgBlip xmlns:asvg="http://schemas.microsoft.com/office/drawing/2016/SVG/main" r:embed="rId3"/>
              </a:ext>
            </a:extLst>
          </a:blip>
          <a:stretch/>
        </p:blipFill>
        <p:spPr>
          <a:xfrm>
            <a:off x="6417720" y="3361680"/>
            <a:ext cx="214920" cy="214920"/>
          </a:xfrm>
          <a:prstGeom prst="rect">
            <a:avLst/>
          </a:prstGeom>
          <a:ln w="0">
            <a:noFill/>
          </a:ln>
        </p:spPr>
      </p:pic>
      <p:sp>
        <p:nvSpPr>
          <p:cNvPr id="155" name="Text 4"/>
          <p:cNvSpPr/>
          <p:nvPr/>
        </p:nvSpPr>
        <p:spPr>
          <a:xfrm>
            <a:off x="6285600" y="3827880"/>
            <a:ext cx="1815840" cy="226440"/>
          </a:xfrm>
          <a:prstGeom prst="rect">
            <a:avLst/>
          </a:prstGeom>
          <a:noFill/>
          <a:ln w="0">
            <a:noFill/>
          </a:ln>
        </p:spPr>
        <p:style>
          <a:lnRef idx="0"/>
          <a:fillRef idx="0"/>
          <a:effectRef idx="0"/>
          <a:fontRef idx="minor"/>
        </p:style>
        <p:txBody>
          <a:bodyPr wrap="none" lIns="0" rIns="0" tIns="0" bIns="0" anchor="t">
            <a:noAutofit/>
          </a:bodyPr>
          <a:p>
            <a:pPr>
              <a:lnSpc>
                <a:spcPts val="1749"/>
              </a:lnSpc>
              <a:tabLst>
                <a:tab algn="l" pos="0"/>
              </a:tabLst>
            </a:pPr>
            <a:r>
              <a:rPr b="1" lang="en-US" sz="1400" spc="-1" strike="noStrike">
                <a:solidFill>
                  <a:srgbClr val="e2e6e9"/>
                </a:solidFill>
                <a:latin typeface="Montserrat Bold"/>
                <a:ea typeface="Montserrat Bold"/>
              </a:rPr>
              <a:t>Qiymət Dəyişikliyi</a:t>
            </a:r>
            <a:endParaRPr b="0" lang="en-US" sz="1400" spc="-1" strike="noStrike">
              <a:solidFill>
                <a:srgbClr val="000000"/>
              </a:solidFill>
              <a:latin typeface="Arial"/>
            </a:endParaRPr>
          </a:p>
        </p:txBody>
      </p:sp>
      <p:sp>
        <p:nvSpPr>
          <p:cNvPr id="156" name="Text 5"/>
          <p:cNvSpPr/>
          <p:nvPr/>
        </p:nvSpPr>
        <p:spPr>
          <a:xfrm>
            <a:off x="6285600" y="4125960"/>
            <a:ext cx="3553200" cy="624960"/>
          </a:xfrm>
          <a:prstGeom prst="rect">
            <a:avLst/>
          </a:prstGeom>
          <a:noFill/>
          <a:ln w="0">
            <a:noFill/>
          </a:ln>
        </p:spPr>
        <p:style>
          <a:lnRef idx="0"/>
          <a:fillRef idx="0"/>
          <a:effectRef idx="0"/>
          <a:fontRef idx="minor"/>
        </p:style>
        <p:txBody>
          <a:bodyPr lIns="0" rIns="0" tIns="0" bIns="0" anchor="t">
            <a:noAutofit/>
          </a:bodyPr>
          <a:p>
            <a:pPr>
              <a:lnSpc>
                <a:spcPts val="1599"/>
              </a:lnSpc>
              <a:tabLst>
                <a:tab algn="l" pos="0"/>
              </a:tabLst>
            </a:pPr>
            <a:r>
              <a:rPr b="0" lang="en-US" sz="1250" spc="-1" strike="noStrike">
                <a:solidFill>
                  <a:srgbClr val="e2e6e9"/>
                </a:solidFill>
                <a:latin typeface="Source Sans 3"/>
                <a:ea typeface="Source Sans 3"/>
              </a:rPr>
              <a:t>Qiyməti 5% artırsaq satış həcmi və gəlir necə dəyişər? Tələb olunan elastiklik nəzərə alaraq nəticələr modelləşdirilir.</a:t>
            </a:r>
            <a:endParaRPr b="0" lang="en-US" sz="1250" spc="-1" strike="noStrike">
              <a:solidFill>
                <a:srgbClr val="000000"/>
              </a:solidFill>
              <a:latin typeface="Arial"/>
            </a:endParaRPr>
          </a:p>
        </p:txBody>
      </p:sp>
      <p:sp>
        <p:nvSpPr>
          <p:cNvPr id="157" name="Shape 6"/>
          <p:cNvSpPr/>
          <p:nvPr/>
        </p:nvSpPr>
        <p:spPr>
          <a:xfrm>
            <a:off x="10117440" y="3070440"/>
            <a:ext cx="3872880" cy="1840320"/>
          </a:xfrm>
          <a:prstGeom prst="roundRect">
            <a:avLst>
              <a:gd name="adj" fmla="val 1302"/>
            </a:avLst>
          </a:prstGeom>
          <a:solidFill>
            <a:srgbClr val="303132"/>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58" name="Shape 7"/>
          <p:cNvSpPr/>
          <p:nvPr/>
        </p:nvSpPr>
        <p:spPr>
          <a:xfrm>
            <a:off x="10277280" y="3229920"/>
            <a:ext cx="478800" cy="478800"/>
          </a:xfrm>
          <a:prstGeom prst="roundRect">
            <a:avLst>
              <a:gd name="adj" fmla="val 19064618"/>
            </a:avLst>
          </a:prstGeom>
          <a:solidFill>
            <a:srgbClr val="ffffff"/>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pic>
        <p:nvPicPr>
          <p:cNvPr id="159" name="Image 2" descr="preencoded.png"/>
          <p:cNvPicPr/>
          <p:nvPr/>
        </p:nvPicPr>
        <p:blipFill>
          <a:blip r:embed="rId4">
            <a:extLst>
              <a:ext uri="{96DAC541-7B7A-43D3-8B79-37D633B846F1}">
                <asvg:svgBlip xmlns:asvg="http://schemas.microsoft.com/office/drawing/2016/SVG/main" r:embed="rId5"/>
              </a:ext>
            </a:extLst>
          </a:blip>
          <a:stretch/>
        </p:blipFill>
        <p:spPr>
          <a:xfrm>
            <a:off x="10409040" y="3361680"/>
            <a:ext cx="214920" cy="214920"/>
          </a:xfrm>
          <a:prstGeom prst="rect">
            <a:avLst/>
          </a:prstGeom>
          <a:ln w="0">
            <a:noFill/>
          </a:ln>
        </p:spPr>
      </p:pic>
      <p:sp>
        <p:nvSpPr>
          <p:cNvPr id="160" name="Text 8"/>
          <p:cNvSpPr/>
          <p:nvPr/>
        </p:nvSpPr>
        <p:spPr>
          <a:xfrm>
            <a:off x="10277280" y="3827880"/>
            <a:ext cx="1815840" cy="226440"/>
          </a:xfrm>
          <a:prstGeom prst="rect">
            <a:avLst/>
          </a:prstGeom>
          <a:noFill/>
          <a:ln w="0">
            <a:noFill/>
          </a:ln>
        </p:spPr>
        <p:style>
          <a:lnRef idx="0"/>
          <a:fillRef idx="0"/>
          <a:effectRef idx="0"/>
          <a:fontRef idx="minor"/>
        </p:style>
        <p:txBody>
          <a:bodyPr wrap="none" lIns="0" rIns="0" tIns="0" bIns="0" anchor="t">
            <a:noAutofit/>
          </a:bodyPr>
          <a:p>
            <a:pPr>
              <a:lnSpc>
                <a:spcPts val="1749"/>
              </a:lnSpc>
              <a:tabLst>
                <a:tab algn="l" pos="0"/>
              </a:tabLst>
            </a:pPr>
            <a:r>
              <a:rPr b="1" lang="en-US" sz="1400" spc="-1" strike="noStrike">
                <a:solidFill>
                  <a:srgbClr val="e2e6e9"/>
                </a:solidFill>
                <a:latin typeface="Montserrat Bold"/>
                <a:ea typeface="Montserrat Bold"/>
              </a:rPr>
              <a:t>Marketinq Büdcəsi</a:t>
            </a:r>
            <a:endParaRPr b="0" lang="en-US" sz="1400" spc="-1" strike="noStrike">
              <a:solidFill>
                <a:srgbClr val="000000"/>
              </a:solidFill>
              <a:latin typeface="Arial"/>
            </a:endParaRPr>
          </a:p>
        </p:txBody>
      </p:sp>
      <p:sp>
        <p:nvSpPr>
          <p:cNvPr id="161" name="Text 9"/>
          <p:cNvSpPr/>
          <p:nvPr/>
        </p:nvSpPr>
        <p:spPr>
          <a:xfrm>
            <a:off x="10277280" y="4125960"/>
            <a:ext cx="3553200" cy="416520"/>
          </a:xfrm>
          <a:prstGeom prst="rect">
            <a:avLst/>
          </a:prstGeom>
          <a:noFill/>
          <a:ln w="0">
            <a:noFill/>
          </a:ln>
        </p:spPr>
        <p:style>
          <a:lnRef idx="0"/>
          <a:fillRef idx="0"/>
          <a:effectRef idx="0"/>
          <a:fontRef idx="minor"/>
        </p:style>
        <p:txBody>
          <a:bodyPr lIns="0" rIns="0" tIns="0" bIns="0" anchor="t">
            <a:noAutofit/>
          </a:bodyPr>
          <a:p>
            <a:pPr>
              <a:lnSpc>
                <a:spcPts val="1599"/>
              </a:lnSpc>
              <a:tabLst>
                <a:tab algn="l" pos="0"/>
              </a:tabLst>
            </a:pPr>
            <a:r>
              <a:rPr b="0" lang="en-US" sz="1250" spc="-1" strike="noStrike">
                <a:solidFill>
                  <a:srgbClr val="e2e6e9"/>
                </a:solidFill>
                <a:latin typeface="Source Sans 3"/>
                <a:ea typeface="Source Sans 3"/>
              </a:rPr>
              <a:t>Reklam xərclərini 20% azaltsaq müştəri cəlbi necə təsirlənər? Optimal büdcə balansı tapılır.</a:t>
            </a:r>
            <a:endParaRPr b="0" lang="en-US" sz="1250" spc="-1" strike="noStrike">
              <a:solidFill>
                <a:srgbClr val="000000"/>
              </a:solidFill>
              <a:latin typeface="Arial"/>
            </a:endParaRPr>
          </a:p>
        </p:txBody>
      </p:sp>
      <p:sp>
        <p:nvSpPr>
          <p:cNvPr id="162" name="Shape 10"/>
          <p:cNvSpPr/>
          <p:nvPr/>
        </p:nvSpPr>
        <p:spPr>
          <a:xfrm>
            <a:off x="6125760" y="5029560"/>
            <a:ext cx="7864200" cy="1423440"/>
          </a:xfrm>
          <a:prstGeom prst="roundRect">
            <a:avLst>
              <a:gd name="adj" fmla="val 1684"/>
            </a:avLst>
          </a:prstGeom>
          <a:solidFill>
            <a:srgbClr val="303132"/>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63" name="Shape 11"/>
          <p:cNvSpPr/>
          <p:nvPr/>
        </p:nvSpPr>
        <p:spPr>
          <a:xfrm>
            <a:off x="6285600" y="5189400"/>
            <a:ext cx="478800" cy="478800"/>
          </a:xfrm>
          <a:prstGeom prst="roundRect">
            <a:avLst>
              <a:gd name="adj" fmla="val 19064618"/>
            </a:avLst>
          </a:prstGeom>
          <a:solidFill>
            <a:srgbClr val="ffffff"/>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pic>
        <p:nvPicPr>
          <p:cNvPr id="164" name="Image 3" descr="preencoded.png"/>
          <p:cNvPicPr/>
          <p:nvPr/>
        </p:nvPicPr>
        <p:blipFill>
          <a:blip r:embed="rId6">
            <a:extLst>
              <a:ext uri="{96DAC541-7B7A-43D3-8B79-37D633B846F1}">
                <asvg:svgBlip xmlns:asvg="http://schemas.microsoft.com/office/drawing/2016/SVG/main" r:embed="rId7"/>
              </a:ext>
            </a:extLst>
          </a:blip>
          <a:stretch/>
        </p:blipFill>
        <p:spPr>
          <a:xfrm>
            <a:off x="6417720" y="5321160"/>
            <a:ext cx="214920" cy="214920"/>
          </a:xfrm>
          <a:prstGeom prst="rect">
            <a:avLst/>
          </a:prstGeom>
          <a:ln w="0">
            <a:noFill/>
          </a:ln>
        </p:spPr>
      </p:pic>
      <p:sp>
        <p:nvSpPr>
          <p:cNvPr id="165" name="Text 12"/>
          <p:cNvSpPr/>
          <p:nvPr/>
        </p:nvSpPr>
        <p:spPr>
          <a:xfrm>
            <a:off x="6285600" y="5787360"/>
            <a:ext cx="1815840" cy="226440"/>
          </a:xfrm>
          <a:prstGeom prst="rect">
            <a:avLst/>
          </a:prstGeom>
          <a:noFill/>
          <a:ln w="0">
            <a:noFill/>
          </a:ln>
        </p:spPr>
        <p:style>
          <a:lnRef idx="0"/>
          <a:fillRef idx="0"/>
          <a:effectRef idx="0"/>
          <a:fontRef idx="minor"/>
        </p:style>
        <p:txBody>
          <a:bodyPr wrap="none" lIns="0" rIns="0" tIns="0" bIns="0" anchor="t">
            <a:noAutofit/>
          </a:bodyPr>
          <a:p>
            <a:pPr>
              <a:lnSpc>
                <a:spcPts val="1749"/>
              </a:lnSpc>
              <a:tabLst>
                <a:tab algn="l" pos="0"/>
              </a:tabLst>
            </a:pPr>
            <a:r>
              <a:rPr b="1" lang="en-US" sz="1400" spc="-1" strike="noStrike">
                <a:solidFill>
                  <a:srgbClr val="e2e6e9"/>
                </a:solidFill>
                <a:latin typeface="Montserrat Bold"/>
                <a:ea typeface="Montserrat Bold"/>
              </a:rPr>
              <a:t>İstehsal Həcmi</a:t>
            </a:r>
            <a:endParaRPr b="0" lang="en-US" sz="1400" spc="-1" strike="noStrike">
              <a:solidFill>
                <a:srgbClr val="000000"/>
              </a:solidFill>
              <a:latin typeface="Arial"/>
            </a:endParaRPr>
          </a:p>
        </p:txBody>
      </p:sp>
      <p:sp>
        <p:nvSpPr>
          <p:cNvPr id="166" name="Text 13"/>
          <p:cNvSpPr/>
          <p:nvPr/>
        </p:nvSpPr>
        <p:spPr>
          <a:xfrm>
            <a:off x="6285600" y="6085440"/>
            <a:ext cx="7544880" cy="207720"/>
          </a:xfrm>
          <a:prstGeom prst="rect">
            <a:avLst/>
          </a:prstGeom>
          <a:noFill/>
          <a:ln w="0">
            <a:noFill/>
          </a:ln>
        </p:spPr>
        <p:style>
          <a:lnRef idx="0"/>
          <a:fillRef idx="0"/>
          <a:effectRef idx="0"/>
          <a:fontRef idx="minor"/>
        </p:style>
        <p:txBody>
          <a:bodyPr wrap="none" lIns="0" rIns="0" tIns="0" bIns="0" anchor="t">
            <a:noAutofit/>
          </a:bodyPr>
          <a:p>
            <a:pPr>
              <a:lnSpc>
                <a:spcPts val="1599"/>
              </a:lnSpc>
              <a:tabLst>
                <a:tab algn="l" pos="0"/>
              </a:tabLst>
            </a:pPr>
            <a:r>
              <a:rPr b="0" lang="en-US" sz="1250" spc="-1" strike="noStrike">
                <a:solidFill>
                  <a:srgbClr val="e2e6e9"/>
                </a:solidFill>
                <a:latin typeface="Source Sans 3"/>
                <a:ea typeface="Source Sans 3"/>
              </a:rPr>
              <a:t>Gündəlik istehsalı 30% artırsaq məhsul başına xərc necə dəyişər? Miqyas iqtisadiyyatı öyrənilir.</a:t>
            </a:r>
            <a:endParaRPr b="0" lang="en-US" sz="1250" spc="-1" strike="noStrike">
              <a:solidFill>
                <a:srgbClr val="000000"/>
              </a:solidFill>
              <a:latin typeface="Arial"/>
            </a:endParaRPr>
          </a:p>
        </p:txBody>
      </p:sp>
      <p:sp>
        <p:nvSpPr>
          <p:cNvPr id="167" name="Text 14"/>
          <p:cNvSpPr/>
          <p:nvPr/>
        </p:nvSpPr>
        <p:spPr>
          <a:xfrm>
            <a:off x="6125760" y="6586920"/>
            <a:ext cx="7864200" cy="416520"/>
          </a:xfrm>
          <a:prstGeom prst="rect">
            <a:avLst/>
          </a:prstGeom>
          <a:noFill/>
          <a:ln w="0">
            <a:noFill/>
          </a:ln>
        </p:spPr>
        <p:style>
          <a:lnRef idx="0"/>
          <a:fillRef idx="0"/>
          <a:effectRef idx="0"/>
          <a:fontRef idx="minor"/>
        </p:style>
        <p:txBody>
          <a:bodyPr lIns="0" rIns="0" tIns="0" bIns="0" anchor="t">
            <a:noAutofit/>
          </a:bodyPr>
          <a:p>
            <a:pPr>
              <a:lnSpc>
                <a:spcPts val="1599"/>
              </a:lnSpc>
              <a:tabLst>
                <a:tab algn="l" pos="0"/>
              </a:tabLst>
            </a:pPr>
            <a:r>
              <a:rPr b="0" lang="en-US" sz="1250" spc="-1" strike="noStrike">
                <a:solidFill>
                  <a:srgbClr val="e2e6e9"/>
                </a:solidFill>
                <a:latin typeface="Source Sans 3"/>
                <a:ea typeface="Source Sans 3"/>
              </a:rPr>
              <a:t>Excel-də "Data Table" funksiyası və ya ixtisaslaşdırılmış simulyasiya alətləri ilə "what-if" analizi aparıla bilər. Nəticələr vizual formatda təqdim edilərək qərar qəbuletmə prosesi dəstəklənir.</a:t>
            </a:r>
            <a:endParaRPr b="0" lang="en-US" sz="125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8" name="Shape 0"/>
          <p:cNvSpPr/>
          <p:nvPr/>
        </p:nvSpPr>
        <p:spPr>
          <a:xfrm>
            <a:off x="971640" y="582840"/>
            <a:ext cx="1347840" cy="298440"/>
          </a:xfrm>
          <a:prstGeom prst="roundRect">
            <a:avLst>
              <a:gd name="adj" fmla="val 7101"/>
            </a:avLst>
          </a:prstGeom>
          <a:solidFill>
            <a:srgbClr val="262626"/>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pic>
        <p:nvPicPr>
          <p:cNvPr id="169" name="Image 0" descr="preencoded.png"/>
          <p:cNvPicPr/>
          <p:nvPr/>
        </p:nvPicPr>
        <p:blipFill>
          <a:blip r:embed="rId1">
            <a:extLst>
              <a:ext uri="{96DAC541-7B7A-43D3-8B79-37D633B846F1}">
                <asvg:svgBlip xmlns:asvg="http://schemas.microsoft.com/office/drawing/2016/SVG/main" r:embed="rId2"/>
              </a:ext>
            </a:extLst>
          </a:blip>
          <a:stretch/>
        </p:blipFill>
        <p:spPr>
          <a:xfrm>
            <a:off x="1077480" y="661680"/>
            <a:ext cx="140760" cy="140760"/>
          </a:xfrm>
          <a:prstGeom prst="rect">
            <a:avLst/>
          </a:prstGeom>
          <a:ln w="0">
            <a:noFill/>
          </a:ln>
        </p:spPr>
      </p:pic>
      <p:sp>
        <p:nvSpPr>
          <p:cNvPr id="170" name="Text 1"/>
          <p:cNvSpPr/>
          <p:nvPr/>
        </p:nvSpPr>
        <p:spPr>
          <a:xfrm>
            <a:off x="1289880" y="635760"/>
            <a:ext cx="923400" cy="192240"/>
          </a:xfrm>
          <a:prstGeom prst="rect">
            <a:avLst/>
          </a:prstGeom>
          <a:noFill/>
          <a:ln w="0">
            <a:noFill/>
          </a:ln>
        </p:spPr>
        <p:style>
          <a:lnRef idx="0"/>
          <a:fillRef idx="0"/>
          <a:effectRef idx="0"/>
          <a:fontRef idx="minor"/>
        </p:style>
        <p:txBody>
          <a:bodyPr wrap="none" lIns="0" rIns="0" tIns="0" bIns="0" anchor="t">
            <a:noAutofit/>
          </a:bodyPr>
          <a:p>
            <a:pPr>
              <a:lnSpc>
                <a:spcPts val="1500"/>
              </a:lnSpc>
              <a:tabLst>
                <a:tab algn="l" pos="0"/>
              </a:tabLst>
            </a:pPr>
            <a:r>
              <a:rPr b="0" lang="en-US" sz="1100" spc="-1" strike="noStrike">
                <a:solidFill>
                  <a:srgbClr val="e2e6e9"/>
                </a:solidFill>
                <a:latin typeface="Source Sans 3"/>
                <a:ea typeface="Source Sans 3"/>
              </a:rPr>
              <a:t>PLANLAŞDIRMA</a:t>
            </a:r>
            <a:endParaRPr b="0" lang="en-US" sz="1100" spc="-1" strike="noStrike">
              <a:solidFill>
                <a:srgbClr val="000000"/>
              </a:solidFill>
              <a:latin typeface="Arial"/>
            </a:endParaRPr>
          </a:p>
        </p:txBody>
      </p:sp>
      <p:sp>
        <p:nvSpPr>
          <p:cNvPr id="171" name="Text 2"/>
          <p:cNvSpPr/>
          <p:nvPr/>
        </p:nvSpPr>
        <p:spPr>
          <a:xfrm>
            <a:off x="971640" y="939960"/>
            <a:ext cx="8971920" cy="501840"/>
          </a:xfrm>
          <a:prstGeom prst="rect">
            <a:avLst/>
          </a:prstGeom>
          <a:noFill/>
          <a:ln w="0">
            <a:noFill/>
          </a:ln>
        </p:spPr>
        <p:style>
          <a:lnRef idx="0"/>
          <a:fillRef idx="0"/>
          <a:effectRef idx="0"/>
          <a:fontRef idx="minor"/>
        </p:style>
        <p:txBody>
          <a:bodyPr wrap="none" lIns="0" rIns="0" tIns="0" bIns="0" anchor="t">
            <a:noAutofit/>
          </a:bodyPr>
          <a:p>
            <a:pPr>
              <a:lnSpc>
                <a:spcPts val="3949"/>
              </a:lnSpc>
              <a:tabLst>
                <a:tab algn="l" pos="0"/>
              </a:tabLst>
            </a:pPr>
            <a:r>
              <a:rPr b="1" lang="en-US" sz="3150" spc="-1" strike="noStrike">
                <a:solidFill>
                  <a:srgbClr val="ffffff"/>
                </a:solidFill>
                <a:latin typeface="Montserrat Bold"/>
                <a:ea typeface="Montserrat Bold"/>
              </a:rPr>
              <a:t>Ssenari Modelləşdirməsi: Gələcəyə Hazırlıq</a:t>
            </a:r>
            <a:endParaRPr b="0" lang="en-US" sz="3150" spc="-1" strike="noStrike">
              <a:solidFill>
                <a:srgbClr val="000000"/>
              </a:solidFill>
              <a:latin typeface="Arial"/>
            </a:endParaRPr>
          </a:p>
        </p:txBody>
      </p:sp>
      <p:sp>
        <p:nvSpPr>
          <p:cNvPr id="172" name="Text 3"/>
          <p:cNvSpPr/>
          <p:nvPr/>
        </p:nvSpPr>
        <p:spPr>
          <a:xfrm>
            <a:off x="971640" y="1660320"/>
            <a:ext cx="12686400" cy="482040"/>
          </a:xfrm>
          <a:prstGeom prst="rect">
            <a:avLst/>
          </a:prstGeom>
          <a:noFill/>
          <a:ln w="0">
            <a:noFill/>
          </a:ln>
        </p:spPr>
        <p:style>
          <a:lnRef idx="0"/>
          <a:fillRef idx="0"/>
          <a:effectRef idx="0"/>
          <a:fontRef idx="minor"/>
        </p:style>
        <p:txBody>
          <a:bodyPr lIns="0" rIns="0" tIns="0" bIns="0" anchor="t">
            <a:noAutofit/>
          </a:bodyPr>
          <a:p>
            <a:pPr>
              <a:lnSpc>
                <a:spcPts val="1899"/>
              </a:lnSpc>
              <a:tabLst>
                <a:tab algn="l" pos="0"/>
              </a:tabLst>
            </a:pPr>
            <a:r>
              <a:rPr b="0" lang="en-US" sz="1350" spc="-1" strike="noStrike">
                <a:solidFill>
                  <a:srgbClr val="e2e6e9"/>
                </a:solidFill>
                <a:latin typeface="Source Sans 3"/>
                <a:ea typeface="Source Sans 3"/>
              </a:rPr>
              <a:t>Ssenari modelləşdirməsi müxtəlif gələcək vəziyyətləri nəzərdən keçirməyə və hər biri üçün strategiya hazırlamağa imkan verir. Ümumiyyətlə üç əsas ssenari yaradılır: optimist, realist və pessimist.</a:t>
            </a:r>
            <a:endParaRPr b="0" lang="en-US" sz="1350" spc="-1" strike="noStrike">
              <a:solidFill>
                <a:srgbClr val="000000"/>
              </a:solidFill>
              <a:latin typeface="Arial"/>
            </a:endParaRPr>
          </a:p>
        </p:txBody>
      </p:sp>
      <p:sp>
        <p:nvSpPr>
          <p:cNvPr id="173" name="Shape 4"/>
          <p:cNvSpPr/>
          <p:nvPr/>
        </p:nvSpPr>
        <p:spPr>
          <a:xfrm>
            <a:off x="971640" y="2469240"/>
            <a:ext cx="8094960" cy="1278000"/>
          </a:xfrm>
          <a:prstGeom prst="roundRect">
            <a:avLst>
              <a:gd name="adj" fmla="val 2076"/>
            </a:avLst>
          </a:prstGeom>
          <a:solidFill>
            <a:srgbClr val="111213"/>
          </a:solidFill>
          <a:ln w="22860">
            <a:solidFill>
              <a:srgbClr val="494a4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74" name="Shape 5"/>
          <p:cNvSpPr/>
          <p:nvPr/>
        </p:nvSpPr>
        <p:spPr>
          <a:xfrm>
            <a:off x="994320" y="2491920"/>
            <a:ext cx="707040" cy="1232280"/>
          </a:xfrm>
          <a:prstGeom prst="rect">
            <a:avLst/>
          </a:prstGeom>
          <a:solidFill>
            <a:srgbClr val="303132"/>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pic>
        <p:nvPicPr>
          <p:cNvPr id="175" name="Image 1" descr="preencoded.png"/>
          <p:cNvPicPr/>
          <p:nvPr/>
        </p:nvPicPr>
        <p:blipFill>
          <a:blip r:embed="rId3">
            <a:extLst>
              <a:ext uri="{96DAC541-7B7A-43D3-8B79-37D633B846F1}">
                <asvg:svgBlip xmlns:asvg="http://schemas.microsoft.com/office/drawing/2016/SVG/main" r:embed="rId4"/>
              </a:ext>
            </a:extLst>
          </a:blip>
          <a:stretch/>
        </p:blipFill>
        <p:spPr>
          <a:xfrm>
            <a:off x="1215720" y="2975760"/>
            <a:ext cx="264600" cy="264600"/>
          </a:xfrm>
          <a:prstGeom prst="rect">
            <a:avLst/>
          </a:prstGeom>
          <a:ln w="0">
            <a:noFill/>
          </a:ln>
        </p:spPr>
      </p:pic>
      <p:sp>
        <p:nvSpPr>
          <p:cNvPr id="176" name="Text 6"/>
          <p:cNvSpPr/>
          <p:nvPr/>
        </p:nvSpPr>
        <p:spPr>
          <a:xfrm>
            <a:off x="1847160" y="2669040"/>
            <a:ext cx="2010240" cy="250560"/>
          </a:xfrm>
          <a:prstGeom prst="rect">
            <a:avLst/>
          </a:prstGeom>
          <a:noFill/>
          <a:ln w="0">
            <a:noFill/>
          </a:ln>
        </p:spPr>
        <p:style>
          <a:lnRef idx="0"/>
          <a:fillRef idx="0"/>
          <a:effectRef idx="0"/>
          <a:fontRef idx="minor"/>
        </p:style>
        <p:txBody>
          <a:bodyPr wrap="none" lIns="0" rIns="0" tIns="0" bIns="0" anchor="t">
            <a:noAutofit/>
          </a:bodyPr>
          <a:p>
            <a:pPr>
              <a:lnSpc>
                <a:spcPts val="1950"/>
              </a:lnSpc>
              <a:tabLst>
                <a:tab algn="l" pos="0"/>
              </a:tabLst>
            </a:pPr>
            <a:r>
              <a:rPr b="1" lang="en-US" sz="1550" spc="-1" strike="noStrike">
                <a:solidFill>
                  <a:srgbClr val="e2e6e9"/>
                </a:solidFill>
                <a:latin typeface="Montserrat Bold"/>
                <a:ea typeface="Montserrat Bold"/>
              </a:rPr>
              <a:t>Optimist Ssenari</a:t>
            </a:r>
            <a:endParaRPr b="0" lang="en-US" sz="1550" spc="-1" strike="noStrike">
              <a:solidFill>
                <a:srgbClr val="000000"/>
              </a:solidFill>
              <a:latin typeface="Arial"/>
            </a:endParaRPr>
          </a:p>
        </p:txBody>
      </p:sp>
      <p:sp>
        <p:nvSpPr>
          <p:cNvPr id="177" name="Text 7"/>
          <p:cNvSpPr/>
          <p:nvPr/>
        </p:nvSpPr>
        <p:spPr>
          <a:xfrm>
            <a:off x="1847160" y="3065400"/>
            <a:ext cx="7019280" cy="482040"/>
          </a:xfrm>
          <a:prstGeom prst="rect">
            <a:avLst/>
          </a:prstGeom>
          <a:noFill/>
          <a:ln w="0">
            <a:noFill/>
          </a:ln>
        </p:spPr>
        <p:style>
          <a:lnRef idx="0"/>
          <a:fillRef idx="0"/>
          <a:effectRef idx="0"/>
          <a:fontRef idx="minor"/>
        </p:style>
        <p:txBody>
          <a:bodyPr lIns="0" rIns="0" tIns="0" bIns="0" anchor="t">
            <a:noAutofit/>
          </a:bodyPr>
          <a:p>
            <a:pPr>
              <a:lnSpc>
                <a:spcPts val="1899"/>
              </a:lnSpc>
              <a:tabLst>
                <a:tab algn="l" pos="0"/>
              </a:tabLst>
            </a:pPr>
            <a:r>
              <a:rPr b="0" lang="en-US" sz="1350" spc="-1" strike="noStrike">
                <a:solidFill>
                  <a:srgbClr val="e2e6e9"/>
                </a:solidFill>
                <a:latin typeface="Source Sans 3"/>
                <a:ea typeface="Source Sans 3"/>
              </a:rPr>
              <a:t>Ən yaxşı hal: bazar payının 25% artması, yüksək tələb, güclü rəqabət mövqeyi. Bu ssenaridə şirkət maksimum məhsuldarlıqla işləyir və bütün imkanlar reallaşır.</a:t>
            </a:r>
            <a:endParaRPr b="0" lang="en-US" sz="1350" spc="-1" strike="noStrike">
              <a:solidFill>
                <a:srgbClr val="000000"/>
              </a:solidFill>
              <a:latin typeface="Arial"/>
            </a:endParaRPr>
          </a:p>
        </p:txBody>
      </p:sp>
      <p:sp>
        <p:nvSpPr>
          <p:cNvPr id="178" name="Shape 8"/>
          <p:cNvSpPr/>
          <p:nvPr/>
        </p:nvSpPr>
        <p:spPr>
          <a:xfrm>
            <a:off x="971640" y="3892680"/>
            <a:ext cx="8094960" cy="1278000"/>
          </a:xfrm>
          <a:prstGeom prst="roundRect">
            <a:avLst>
              <a:gd name="adj" fmla="val 2076"/>
            </a:avLst>
          </a:prstGeom>
          <a:solidFill>
            <a:srgbClr val="111213"/>
          </a:solidFill>
          <a:ln w="22860">
            <a:solidFill>
              <a:srgbClr val="494a4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79" name="Shape 9"/>
          <p:cNvSpPr/>
          <p:nvPr/>
        </p:nvSpPr>
        <p:spPr>
          <a:xfrm>
            <a:off x="994320" y="3915720"/>
            <a:ext cx="707040" cy="1232280"/>
          </a:xfrm>
          <a:prstGeom prst="rect">
            <a:avLst/>
          </a:prstGeom>
          <a:solidFill>
            <a:srgbClr val="303132"/>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pic>
        <p:nvPicPr>
          <p:cNvPr id="180" name="Image 2" descr="preencoded.png"/>
          <p:cNvPicPr/>
          <p:nvPr/>
        </p:nvPicPr>
        <p:blipFill>
          <a:blip r:embed="rId5">
            <a:extLst>
              <a:ext uri="{96DAC541-7B7A-43D3-8B79-37D633B846F1}">
                <asvg:svgBlip xmlns:asvg="http://schemas.microsoft.com/office/drawing/2016/SVG/main" r:embed="rId6"/>
              </a:ext>
            </a:extLst>
          </a:blip>
          <a:stretch/>
        </p:blipFill>
        <p:spPr>
          <a:xfrm>
            <a:off x="1215720" y="4399200"/>
            <a:ext cx="264600" cy="264600"/>
          </a:xfrm>
          <a:prstGeom prst="rect">
            <a:avLst/>
          </a:prstGeom>
          <a:ln w="0">
            <a:noFill/>
          </a:ln>
        </p:spPr>
      </p:pic>
      <p:sp>
        <p:nvSpPr>
          <p:cNvPr id="181" name="Text 10"/>
          <p:cNvSpPr/>
          <p:nvPr/>
        </p:nvSpPr>
        <p:spPr>
          <a:xfrm>
            <a:off x="1847160" y="4092480"/>
            <a:ext cx="2010240" cy="250560"/>
          </a:xfrm>
          <a:prstGeom prst="rect">
            <a:avLst/>
          </a:prstGeom>
          <a:noFill/>
          <a:ln w="0">
            <a:noFill/>
          </a:ln>
        </p:spPr>
        <p:style>
          <a:lnRef idx="0"/>
          <a:fillRef idx="0"/>
          <a:effectRef idx="0"/>
          <a:fontRef idx="minor"/>
        </p:style>
        <p:txBody>
          <a:bodyPr wrap="none" lIns="0" rIns="0" tIns="0" bIns="0" anchor="t">
            <a:noAutofit/>
          </a:bodyPr>
          <a:p>
            <a:pPr>
              <a:lnSpc>
                <a:spcPts val="1950"/>
              </a:lnSpc>
              <a:tabLst>
                <a:tab algn="l" pos="0"/>
              </a:tabLst>
            </a:pPr>
            <a:r>
              <a:rPr b="1" lang="en-US" sz="1550" spc="-1" strike="noStrike">
                <a:solidFill>
                  <a:srgbClr val="e2e6e9"/>
                </a:solidFill>
                <a:latin typeface="Montserrat Bold"/>
                <a:ea typeface="Montserrat Bold"/>
              </a:rPr>
              <a:t>Realist Ssenari</a:t>
            </a:r>
            <a:endParaRPr b="0" lang="en-US" sz="1550" spc="-1" strike="noStrike">
              <a:solidFill>
                <a:srgbClr val="000000"/>
              </a:solidFill>
              <a:latin typeface="Arial"/>
            </a:endParaRPr>
          </a:p>
        </p:txBody>
      </p:sp>
      <p:sp>
        <p:nvSpPr>
          <p:cNvPr id="182" name="Text 11"/>
          <p:cNvSpPr/>
          <p:nvPr/>
        </p:nvSpPr>
        <p:spPr>
          <a:xfrm>
            <a:off x="1847160" y="4416840"/>
            <a:ext cx="7019280" cy="482040"/>
          </a:xfrm>
          <a:prstGeom prst="rect">
            <a:avLst/>
          </a:prstGeom>
          <a:noFill/>
          <a:ln w="0">
            <a:noFill/>
          </a:ln>
        </p:spPr>
        <p:style>
          <a:lnRef idx="0"/>
          <a:fillRef idx="0"/>
          <a:effectRef idx="0"/>
          <a:fontRef idx="minor"/>
        </p:style>
        <p:txBody>
          <a:bodyPr lIns="0" rIns="0" tIns="0" bIns="0" anchor="t">
            <a:noAutofit/>
          </a:bodyPr>
          <a:p>
            <a:pPr>
              <a:lnSpc>
                <a:spcPts val="1899"/>
              </a:lnSpc>
              <a:tabLst>
                <a:tab algn="l" pos="0"/>
              </a:tabLst>
            </a:pPr>
            <a:r>
              <a:rPr b="0" lang="en-US" sz="1350" spc="-1" strike="noStrike">
                <a:solidFill>
                  <a:srgbClr val="e2e6e9"/>
                </a:solidFill>
                <a:latin typeface="Source Sans 3"/>
                <a:ea typeface="Source Sans 3"/>
              </a:rPr>
              <a:t>Gözlənilən hal: bazar payının 12% artması, orta tələb səviyyəsi, sabit inkişaf. Bu ssenari ən çox ehtimal olunan nəticəni əks etdirir və əsas planlaşdırma bazası kimi istifadə olunur.</a:t>
            </a:r>
            <a:endParaRPr b="0" lang="en-US" sz="1350" spc="-1" strike="noStrike">
              <a:solidFill>
                <a:srgbClr val="000000"/>
              </a:solidFill>
              <a:latin typeface="Arial"/>
            </a:endParaRPr>
          </a:p>
        </p:txBody>
      </p:sp>
      <p:sp>
        <p:nvSpPr>
          <p:cNvPr id="183" name="Shape 12"/>
          <p:cNvSpPr/>
          <p:nvPr/>
        </p:nvSpPr>
        <p:spPr>
          <a:xfrm>
            <a:off x="971640" y="5316480"/>
            <a:ext cx="8094960" cy="1278000"/>
          </a:xfrm>
          <a:prstGeom prst="roundRect">
            <a:avLst>
              <a:gd name="adj" fmla="val 2076"/>
            </a:avLst>
          </a:prstGeom>
          <a:solidFill>
            <a:srgbClr val="111213"/>
          </a:solidFill>
          <a:ln w="22860">
            <a:solidFill>
              <a:srgbClr val="494a4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84" name="Shape 13"/>
          <p:cNvSpPr/>
          <p:nvPr/>
        </p:nvSpPr>
        <p:spPr>
          <a:xfrm>
            <a:off x="994320" y="5339160"/>
            <a:ext cx="707040" cy="1232280"/>
          </a:xfrm>
          <a:prstGeom prst="rect">
            <a:avLst/>
          </a:prstGeom>
          <a:solidFill>
            <a:srgbClr val="303132"/>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pic>
        <p:nvPicPr>
          <p:cNvPr id="185" name="Image 3" descr="preencoded.png"/>
          <p:cNvPicPr/>
          <p:nvPr/>
        </p:nvPicPr>
        <p:blipFill>
          <a:blip r:embed="rId7">
            <a:extLst>
              <a:ext uri="{96DAC541-7B7A-43D3-8B79-37D633B846F1}">
                <asvg:svgBlip xmlns:asvg="http://schemas.microsoft.com/office/drawing/2016/SVG/main" r:embed="rId8"/>
              </a:ext>
            </a:extLst>
          </a:blip>
          <a:stretch/>
        </p:blipFill>
        <p:spPr>
          <a:xfrm>
            <a:off x="1215720" y="5823000"/>
            <a:ext cx="264600" cy="264600"/>
          </a:xfrm>
          <a:prstGeom prst="rect">
            <a:avLst/>
          </a:prstGeom>
          <a:ln w="0">
            <a:noFill/>
          </a:ln>
        </p:spPr>
      </p:pic>
      <p:sp>
        <p:nvSpPr>
          <p:cNvPr id="186" name="Text 14"/>
          <p:cNvSpPr/>
          <p:nvPr/>
        </p:nvSpPr>
        <p:spPr>
          <a:xfrm>
            <a:off x="1847160" y="5516280"/>
            <a:ext cx="2010240" cy="250560"/>
          </a:xfrm>
          <a:prstGeom prst="rect">
            <a:avLst/>
          </a:prstGeom>
          <a:noFill/>
          <a:ln w="0">
            <a:noFill/>
          </a:ln>
        </p:spPr>
        <p:style>
          <a:lnRef idx="0"/>
          <a:fillRef idx="0"/>
          <a:effectRef idx="0"/>
          <a:fontRef idx="minor"/>
        </p:style>
        <p:txBody>
          <a:bodyPr wrap="none" lIns="0" rIns="0" tIns="0" bIns="0" anchor="t">
            <a:noAutofit/>
          </a:bodyPr>
          <a:p>
            <a:pPr>
              <a:lnSpc>
                <a:spcPts val="1950"/>
              </a:lnSpc>
              <a:tabLst>
                <a:tab algn="l" pos="0"/>
              </a:tabLst>
            </a:pPr>
            <a:r>
              <a:rPr b="1" lang="en-US" sz="1550" spc="-1" strike="noStrike">
                <a:solidFill>
                  <a:srgbClr val="e2e6e9"/>
                </a:solidFill>
                <a:latin typeface="Montserrat Bold"/>
                <a:ea typeface="Montserrat Bold"/>
              </a:rPr>
              <a:t>Pessimist Ssenari</a:t>
            </a:r>
            <a:endParaRPr b="0" lang="en-US" sz="1550" spc="-1" strike="noStrike">
              <a:solidFill>
                <a:srgbClr val="000000"/>
              </a:solidFill>
              <a:latin typeface="Arial"/>
            </a:endParaRPr>
          </a:p>
        </p:txBody>
      </p:sp>
      <p:sp>
        <p:nvSpPr>
          <p:cNvPr id="187" name="Text 15"/>
          <p:cNvSpPr/>
          <p:nvPr/>
        </p:nvSpPr>
        <p:spPr>
          <a:xfrm>
            <a:off x="1847160" y="5912640"/>
            <a:ext cx="7019280" cy="482040"/>
          </a:xfrm>
          <a:prstGeom prst="rect">
            <a:avLst/>
          </a:prstGeom>
          <a:noFill/>
          <a:ln w="0">
            <a:noFill/>
          </a:ln>
        </p:spPr>
        <p:style>
          <a:lnRef idx="0"/>
          <a:fillRef idx="0"/>
          <a:effectRef idx="0"/>
          <a:fontRef idx="minor"/>
        </p:style>
        <p:txBody>
          <a:bodyPr lIns="0" rIns="0" tIns="0" bIns="0" anchor="t">
            <a:noAutofit/>
          </a:bodyPr>
          <a:p>
            <a:pPr>
              <a:lnSpc>
                <a:spcPts val="1899"/>
              </a:lnSpc>
              <a:tabLst>
                <a:tab algn="l" pos="0"/>
              </a:tabLst>
            </a:pPr>
            <a:r>
              <a:rPr b="0" lang="en-US" sz="1350" spc="-1" strike="noStrike">
                <a:solidFill>
                  <a:srgbClr val="e2e6e9"/>
                </a:solidFill>
                <a:latin typeface="Source Sans 3"/>
                <a:ea typeface="Source Sans 3"/>
              </a:rPr>
              <a:t>Ən pis hal: bazar payının 5% azalması, aşağı tələb, güclü rəqabət təzyiqi. Risk idarəetməsi və ehtiyat planlarının hazırlanması üçün vacibdir.</a:t>
            </a:r>
            <a:endParaRPr b="0" lang="en-US" sz="1350" spc="-1" strike="noStrike">
              <a:solidFill>
                <a:srgbClr val="000000"/>
              </a:solidFill>
              <a:latin typeface="Arial"/>
            </a:endParaRPr>
          </a:p>
        </p:txBody>
      </p:sp>
      <p:pic>
        <p:nvPicPr>
          <p:cNvPr id="188" name="Image 4" descr="preencoded.png"/>
          <p:cNvPicPr/>
          <p:nvPr/>
        </p:nvPicPr>
        <p:blipFill>
          <a:blip r:embed="rId9"/>
          <a:stretch/>
        </p:blipFill>
        <p:spPr>
          <a:xfrm>
            <a:off x="9506520" y="2469240"/>
            <a:ext cx="4159080" cy="4159080"/>
          </a:xfrm>
          <a:prstGeom prst="rect">
            <a:avLst/>
          </a:prstGeom>
          <a:ln w="0">
            <a:noFill/>
          </a:ln>
        </p:spPr>
      </p:pic>
      <p:sp>
        <p:nvSpPr>
          <p:cNvPr id="189" name="Text 16"/>
          <p:cNvSpPr/>
          <p:nvPr/>
        </p:nvSpPr>
        <p:spPr>
          <a:xfrm>
            <a:off x="9506520" y="6792120"/>
            <a:ext cx="4159080" cy="723240"/>
          </a:xfrm>
          <a:prstGeom prst="rect">
            <a:avLst/>
          </a:prstGeom>
          <a:noFill/>
          <a:ln w="0">
            <a:noFill/>
          </a:ln>
        </p:spPr>
        <p:style>
          <a:lnRef idx="0"/>
          <a:fillRef idx="0"/>
          <a:effectRef idx="0"/>
          <a:fontRef idx="minor"/>
        </p:style>
        <p:txBody>
          <a:bodyPr lIns="0" rIns="0" tIns="0" bIns="0" anchor="t">
            <a:noAutofit/>
          </a:bodyPr>
          <a:p>
            <a:pPr>
              <a:lnSpc>
                <a:spcPts val="1899"/>
              </a:lnSpc>
              <a:tabLst>
                <a:tab algn="l" pos="0"/>
              </a:tabLst>
            </a:pPr>
            <a:r>
              <a:rPr b="0" lang="en-US" sz="1350" spc="-1" strike="noStrike">
                <a:solidFill>
                  <a:srgbClr val="e2e6e9"/>
                </a:solidFill>
                <a:latin typeface="Source Sans 3"/>
                <a:ea typeface="Source Sans 3"/>
              </a:rPr>
              <a:t>Hər üç ssenari üçün maliyyə göstəriciləri, resurs tələbləri və risklər müəyyənləşdirilir. Bu yanaşma qeyri-müəyyənliyə hazırlıqlı olmağa kömək edir.</a:t>
            </a:r>
            <a:endParaRPr b="0" lang="en-US" sz="135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0" name="Text 0"/>
          <p:cNvSpPr/>
          <p:nvPr/>
        </p:nvSpPr>
        <p:spPr>
          <a:xfrm>
            <a:off x="812880" y="729360"/>
            <a:ext cx="6513480" cy="576360"/>
          </a:xfrm>
          <a:prstGeom prst="rect">
            <a:avLst/>
          </a:prstGeom>
          <a:noFill/>
          <a:ln w="0">
            <a:noFill/>
          </a:ln>
        </p:spPr>
        <p:style>
          <a:lnRef idx="0"/>
          <a:fillRef idx="0"/>
          <a:effectRef idx="0"/>
          <a:fontRef idx="minor"/>
        </p:style>
        <p:txBody>
          <a:bodyPr wrap="none" lIns="0" rIns="0" tIns="0" bIns="0" anchor="t">
            <a:noAutofit/>
          </a:bodyPr>
          <a:p>
            <a:pPr>
              <a:lnSpc>
                <a:spcPts val="4501"/>
              </a:lnSpc>
              <a:tabLst>
                <a:tab algn="l" pos="0"/>
              </a:tabLst>
            </a:pPr>
            <a:r>
              <a:rPr b="1" lang="en-US" sz="3600" spc="-1" strike="noStrike">
                <a:solidFill>
                  <a:srgbClr val="ffffff"/>
                </a:solidFill>
                <a:latin typeface="Montserrat Bold"/>
                <a:ea typeface="Montserrat Bold"/>
              </a:rPr>
              <a:t>Biznes-Simulyasiya Alətləri</a:t>
            </a:r>
            <a:endParaRPr b="0" lang="en-US" sz="3600" spc="-1" strike="noStrike">
              <a:solidFill>
                <a:srgbClr val="000000"/>
              </a:solidFill>
              <a:latin typeface="Arial"/>
            </a:endParaRPr>
          </a:p>
        </p:txBody>
      </p:sp>
      <p:sp>
        <p:nvSpPr>
          <p:cNvPr id="191" name="Text 1"/>
          <p:cNvSpPr/>
          <p:nvPr/>
        </p:nvSpPr>
        <p:spPr>
          <a:xfrm>
            <a:off x="812880" y="1688760"/>
            <a:ext cx="13004280" cy="590760"/>
          </a:xfrm>
          <a:prstGeom prst="rect">
            <a:avLst/>
          </a:prstGeom>
          <a:noFill/>
          <a:ln w="0">
            <a:noFill/>
          </a:ln>
        </p:spPr>
        <p:style>
          <a:lnRef idx="0"/>
          <a:fillRef idx="0"/>
          <a:effectRef idx="0"/>
          <a:fontRef idx="minor"/>
        </p:style>
        <p:txBody>
          <a:bodyPr lIns="0" rIns="0" tIns="0" bIns="0" anchor="t">
            <a:noAutofit/>
          </a:bodyPr>
          <a:p>
            <a:pPr>
              <a:lnSpc>
                <a:spcPts val="2299"/>
              </a:lnSpc>
              <a:tabLst>
                <a:tab algn="l" pos="0"/>
              </a:tabLst>
            </a:pPr>
            <a:r>
              <a:rPr b="0" lang="en-US" sz="1550" spc="-1" strike="noStrike">
                <a:solidFill>
                  <a:srgbClr val="e2e6e9"/>
                </a:solidFill>
                <a:latin typeface="Source Sans 3"/>
                <a:ea typeface="Source Sans 3"/>
              </a:rPr>
              <a:t>Simulyasiya alətləri mürəkkəb biznes proseslərini modelləşdirməyə və müxtəlif ssenarilər üzrə təcrübələr aparmağa imkan verir. Bu alətlər real dəyişikliklər etmədən qərarların potensial nəticələrini görməyə kömək edir.</a:t>
            </a:r>
            <a:endParaRPr b="0" lang="en-US" sz="1550" spc="-1" strike="noStrike">
              <a:solidFill>
                <a:srgbClr val="000000"/>
              </a:solidFill>
              <a:latin typeface="Arial"/>
            </a:endParaRPr>
          </a:p>
        </p:txBody>
      </p:sp>
      <p:pic>
        <p:nvPicPr>
          <p:cNvPr id="192" name="Image 0" descr="preencoded.png"/>
          <p:cNvPicPr/>
          <p:nvPr/>
        </p:nvPicPr>
        <p:blipFill>
          <a:blip r:embed="rId1"/>
          <a:stretch/>
        </p:blipFill>
        <p:spPr>
          <a:xfrm>
            <a:off x="812880" y="2495160"/>
            <a:ext cx="3005640" cy="1857240"/>
          </a:xfrm>
          <a:prstGeom prst="rect">
            <a:avLst/>
          </a:prstGeom>
          <a:ln w="0">
            <a:noFill/>
          </a:ln>
        </p:spPr>
      </p:pic>
      <p:sp>
        <p:nvSpPr>
          <p:cNvPr id="193" name="Text 2"/>
          <p:cNvSpPr/>
          <p:nvPr/>
        </p:nvSpPr>
        <p:spPr>
          <a:xfrm>
            <a:off x="812880" y="4592160"/>
            <a:ext cx="2400120" cy="287640"/>
          </a:xfrm>
          <a:prstGeom prst="rect">
            <a:avLst/>
          </a:prstGeom>
          <a:noFill/>
          <a:ln w="0">
            <a:noFill/>
          </a:ln>
        </p:spPr>
        <p:style>
          <a:lnRef idx="0"/>
          <a:fillRef idx="0"/>
          <a:effectRef idx="0"/>
          <a:fontRef idx="minor"/>
        </p:style>
        <p:txBody>
          <a:bodyPr wrap="none" lIns="0" rIns="0" tIns="0" bIns="0" anchor="t">
            <a:noAutofit/>
          </a:bodyPr>
          <a:p>
            <a:pPr>
              <a:lnSpc>
                <a:spcPts val="2251"/>
              </a:lnSpc>
              <a:tabLst>
                <a:tab algn="l" pos="0"/>
              </a:tabLst>
            </a:pPr>
            <a:r>
              <a:rPr b="1" lang="en-US" sz="1800" spc="-1" strike="noStrike">
                <a:solidFill>
                  <a:srgbClr val="e2e6e9"/>
                </a:solidFill>
                <a:latin typeface="Montserrat Bold"/>
                <a:ea typeface="Montserrat Bold"/>
              </a:rPr>
              <a:t>Excel + Monte-Karlo</a:t>
            </a:r>
            <a:endParaRPr b="0" lang="en-US" sz="1800" spc="-1" strike="noStrike">
              <a:solidFill>
                <a:srgbClr val="000000"/>
              </a:solidFill>
              <a:latin typeface="Arial"/>
            </a:endParaRPr>
          </a:p>
        </p:txBody>
      </p:sp>
      <p:sp>
        <p:nvSpPr>
          <p:cNvPr id="194" name="Text 3"/>
          <p:cNvSpPr/>
          <p:nvPr/>
        </p:nvSpPr>
        <p:spPr>
          <a:xfrm>
            <a:off x="812880" y="4995360"/>
            <a:ext cx="4174920" cy="1182240"/>
          </a:xfrm>
          <a:prstGeom prst="rect">
            <a:avLst/>
          </a:prstGeom>
          <a:noFill/>
          <a:ln w="0">
            <a:noFill/>
          </a:ln>
        </p:spPr>
        <p:style>
          <a:lnRef idx="0"/>
          <a:fillRef idx="0"/>
          <a:effectRef idx="0"/>
          <a:fontRef idx="minor"/>
        </p:style>
        <p:txBody>
          <a:bodyPr lIns="0" rIns="0" tIns="0" bIns="0" anchor="t">
            <a:noAutofit/>
          </a:bodyPr>
          <a:p>
            <a:pPr>
              <a:lnSpc>
                <a:spcPts val="2299"/>
              </a:lnSpc>
              <a:tabLst>
                <a:tab algn="l" pos="0"/>
              </a:tabLst>
            </a:pPr>
            <a:r>
              <a:rPr b="0" lang="en-US" sz="1550" spc="-1" strike="noStrike">
                <a:solidFill>
                  <a:srgbClr val="e2e6e9"/>
                </a:solidFill>
                <a:latin typeface="Source Sans 3"/>
                <a:ea typeface="Source Sans 3"/>
              </a:rPr>
              <a:t>Ən əlçatan simulyasiya aləti. Monte-Karlo metodu minlərlə təsadüfi ssenari yaradır və ehtimal paylanmasını hesablayır. Qeyri-müəyyənliyi modelləşdirmək üçün idealdır.</a:t>
            </a:r>
            <a:endParaRPr b="0" lang="en-US" sz="1550" spc="-1" strike="noStrike">
              <a:solidFill>
                <a:srgbClr val="000000"/>
              </a:solidFill>
              <a:latin typeface="Arial"/>
            </a:endParaRPr>
          </a:p>
        </p:txBody>
      </p:sp>
      <p:pic>
        <p:nvPicPr>
          <p:cNvPr id="195" name="Image 1" descr="preencoded.png"/>
          <p:cNvPicPr/>
          <p:nvPr/>
        </p:nvPicPr>
        <p:blipFill>
          <a:blip r:embed="rId2"/>
          <a:stretch/>
        </p:blipFill>
        <p:spPr>
          <a:xfrm>
            <a:off x="5227200" y="2495160"/>
            <a:ext cx="3005640" cy="1857240"/>
          </a:xfrm>
          <a:prstGeom prst="rect">
            <a:avLst/>
          </a:prstGeom>
          <a:ln w="0">
            <a:noFill/>
          </a:ln>
        </p:spPr>
      </p:pic>
      <p:sp>
        <p:nvSpPr>
          <p:cNvPr id="196" name="Text 4"/>
          <p:cNvSpPr/>
          <p:nvPr/>
        </p:nvSpPr>
        <p:spPr>
          <a:xfrm>
            <a:off x="5227200" y="4592160"/>
            <a:ext cx="2308320" cy="287640"/>
          </a:xfrm>
          <a:prstGeom prst="rect">
            <a:avLst/>
          </a:prstGeom>
          <a:noFill/>
          <a:ln w="0">
            <a:noFill/>
          </a:ln>
        </p:spPr>
        <p:style>
          <a:lnRef idx="0"/>
          <a:fillRef idx="0"/>
          <a:effectRef idx="0"/>
          <a:fontRef idx="minor"/>
        </p:style>
        <p:txBody>
          <a:bodyPr wrap="none" lIns="0" rIns="0" tIns="0" bIns="0" anchor="t">
            <a:noAutofit/>
          </a:bodyPr>
          <a:p>
            <a:pPr>
              <a:lnSpc>
                <a:spcPts val="2251"/>
              </a:lnSpc>
              <a:tabLst>
                <a:tab algn="l" pos="0"/>
              </a:tabLst>
            </a:pPr>
            <a:r>
              <a:rPr b="1" lang="en-US" sz="1800" spc="-1" strike="noStrike">
                <a:solidFill>
                  <a:srgbClr val="e2e6e9"/>
                </a:solidFill>
                <a:latin typeface="Montserrat Bold"/>
                <a:ea typeface="Montserrat Bold"/>
              </a:rPr>
              <a:t>Power BI</a:t>
            </a:r>
            <a:endParaRPr b="0" lang="en-US" sz="1800" spc="-1" strike="noStrike">
              <a:solidFill>
                <a:srgbClr val="000000"/>
              </a:solidFill>
              <a:latin typeface="Arial"/>
            </a:endParaRPr>
          </a:p>
        </p:txBody>
      </p:sp>
      <p:sp>
        <p:nvSpPr>
          <p:cNvPr id="197" name="Text 5"/>
          <p:cNvSpPr/>
          <p:nvPr/>
        </p:nvSpPr>
        <p:spPr>
          <a:xfrm>
            <a:off x="5227200" y="4995360"/>
            <a:ext cx="4174920" cy="1182240"/>
          </a:xfrm>
          <a:prstGeom prst="rect">
            <a:avLst/>
          </a:prstGeom>
          <a:noFill/>
          <a:ln w="0">
            <a:noFill/>
          </a:ln>
        </p:spPr>
        <p:style>
          <a:lnRef idx="0"/>
          <a:fillRef idx="0"/>
          <a:effectRef idx="0"/>
          <a:fontRef idx="minor"/>
        </p:style>
        <p:txBody>
          <a:bodyPr lIns="0" rIns="0" tIns="0" bIns="0" anchor="t">
            <a:noAutofit/>
          </a:bodyPr>
          <a:p>
            <a:pPr>
              <a:lnSpc>
                <a:spcPts val="2299"/>
              </a:lnSpc>
              <a:tabLst>
                <a:tab algn="l" pos="0"/>
              </a:tabLst>
            </a:pPr>
            <a:r>
              <a:rPr b="0" lang="en-US" sz="1550" spc="-1" strike="noStrike">
                <a:solidFill>
                  <a:srgbClr val="e2e6e9"/>
                </a:solidFill>
                <a:latin typeface="Source Sans 3"/>
                <a:ea typeface="Source Sans 3"/>
              </a:rPr>
              <a:t>Güclü vizuallaşdırma və interaktiv analitika platforması. Real vaxt rejimində məlumat təhlili, what-if parametrləri və dinamik hesabatlar yaratmaq mümkündür.</a:t>
            </a:r>
            <a:endParaRPr b="0" lang="en-US" sz="1550" spc="-1" strike="noStrike">
              <a:solidFill>
                <a:srgbClr val="000000"/>
              </a:solidFill>
              <a:latin typeface="Arial"/>
            </a:endParaRPr>
          </a:p>
        </p:txBody>
      </p:sp>
      <p:pic>
        <p:nvPicPr>
          <p:cNvPr id="198" name="Image 2" descr="preencoded.png"/>
          <p:cNvPicPr/>
          <p:nvPr/>
        </p:nvPicPr>
        <p:blipFill>
          <a:blip r:embed="rId3"/>
          <a:stretch/>
        </p:blipFill>
        <p:spPr>
          <a:xfrm>
            <a:off x="9641880" y="2495160"/>
            <a:ext cx="3005640" cy="1857240"/>
          </a:xfrm>
          <a:prstGeom prst="rect">
            <a:avLst/>
          </a:prstGeom>
          <a:ln w="0">
            <a:noFill/>
          </a:ln>
        </p:spPr>
      </p:pic>
      <p:sp>
        <p:nvSpPr>
          <p:cNvPr id="199" name="Text 6"/>
          <p:cNvSpPr/>
          <p:nvPr/>
        </p:nvSpPr>
        <p:spPr>
          <a:xfrm>
            <a:off x="9641880" y="4592160"/>
            <a:ext cx="2369880" cy="287640"/>
          </a:xfrm>
          <a:prstGeom prst="rect">
            <a:avLst/>
          </a:prstGeom>
          <a:noFill/>
          <a:ln w="0">
            <a:noFill/>
          </a:ln>
        </p:spPr>
        <p:style>
          <a:lnRef idx="0"/>
          <a:fillRef idx="0"/>
          <a:effectRef idx="0"/>
          <a:fontRef idx="minor"/>
        </p:style>
        <p:txBody>
          <a:bodyPr wrap="none" lIns="0" rIns="0" tIns="0" bIns="0" anchor="t">
            <a:noAutofit/>
          </a:bodyPr>
          <a:p>
            <a:pPr>
              <a:lnSpc>
                <a:spcPts val="2251"/>
              </a:lnSpc>
              <a:tabLst>
                <a:tab algn="l" pos="0"/>
              </a:tabLst>
            </a:pPr>
            <a:r>
              <a:rPr b="1" lang="en-US" sz="1800" spc="-1" strike="noStrike">
                <a:solidFill>
                  <a:srgbClr val="e2e6e9"/>
                </a:solidFill>
                <a:latin typeface="Montserrat Bold"/>
                <a:ea typeface="Montserrat Bold"/>
              </a:rPr>
              <a:t>Xüsusi Platformalar</a:t>
            </a:r>
            <a:endParaRPr b="0" lang="en-US" sz="1800" spc="-1" strike="noStrike">
              <a:solidFill>
                <a:srgbClr val="000000"/>
              </a:solidFill>
              <a:latin typeface="Arial"/>
            </a:endParaRPr>
          </a:p>
        </p:txBody>
      </p:sp>
      <p:sp>
        <p:nvSpPr>
          <p:cNvPr id="200" name="Text 7"/>
          <p:cNvSpPr/>
          <p:nvPr/>
        </p:nvSpPr>
        <p:spPr>
          <a:xfrm>
            <a:off x="9641880" y="4995360"/>
            <a:ext cx="4174920" cy="1182240"/>
          </a:xfrm>
          <a:prstGeom prst="rect">
            <a:avLst/>
          </a:prstGeom>
          <a:noFill/>
          <a:ln w="0">
            <a:noFill/>
          </a:ln>
        </p:spPr>
        <p:style>
          <a:lnRef idx="0"/>
          <a:fillRef idx="0"/>
          <a:effectRef idx="0"/>
          <a:fontRef idx="minor"/>
        </p:style>
        <p:txBody>
          <a:bodyPr lIns="0" rIns="0" tIns="0" bIns="0" anchor="t">
            <a:noAutofit/>
          </a:bodyPr>
          <a:p>
            <a:pPr>
              <a:lnSpc>
                <a:spcPts val="2299"/>
              </a:lnSpc>
              <a:tabLst>
                <a:tab algn="l" pos="0"/>
              </a:tabLst>
            </a:pPr>
            <a:r>
              <a:rPr b="0" lang="en-US" sz="1550" spc="-1" strike="noStrike">
                <a:solidFill>
                  <a:srgbClr val="e2e6e9"/>
                </a:solidFill>
                <a:latin typeface="Source Sans 3"/>
                <a:ea typeface="Source Sans 3"/>
              </a:rPr>
              <a:t>AnyLogic, Simul8, Arena kimi professional simulyasiya platformaları mürəkkəb prosesləri modelləşdirir. Tədarük zənciri, istehsal və xidmət sahələrində geniş istifadə olunur.</a:t>
            </a:r>
            <a:endParaRPr b="0" lang="en-US" sz="1550" spc="-1" strike="noStrike">
              <a:solidFill>
                <a:srgbClr val="000000"/>
              </a:solidFill>
              <a:latin typeface="Arial"/>
            </a:endParaRPr>
          </a:p>
        </p:txBody>
      </p:sp>
      <p:sp>
        <p:nvSpPr>
          <p:cNvPr id="201" name="Shape 8"/>
          <p:cNvSpPr/>
          <p:nvPr/>
        </p:nvSpPr>
        <p:spPr>
          <a:xfrm>
            <a:off x="812880" y="6501240"/>
            <a:ext cx="13004280" cy="813600"/>
          </a:xfrm>
          <a:prstGeom prst="roundRect">
            <a:avLst>
              <a:gd name="adj" fmla="val 2754"/>
            </a:avLst>
          </a:prstGeom>
          <a:solidFill>
            <a:srgbClr val="262626"/>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pic>
        <p:nvPicPr>
          <p:cNvPr id="202" name="Image 3" descr="preencoded.png"/>
          <p:cNvPicPr/>
          <p:nvPr/>
        </p:nvPicPr>
        <p:blipFill>
          <a:blip r:embed="rId4"/>
          <a:stretch/>
        </p:blipFill>
        <p:spPr>
          <a:xfrm>
            <a:off x="1015920" y="6675120"/>
            <a:ext cx="253080" cy="202320"/>
          </a:xfrm>
          <a:prstGeom prst="rect">
            <a:avLst/>
          </a:prstGeom>
          <a:ln w="0">
            <a:noFill/>
          </a:ln>
        </p:spPr>
      </p:pic>
      <p:sp>
        <p:nvSpPr>
          <p:cNvPr id="203" name="Text 9"/>
          <p:cNvSpPr/>
          <p:nvPr/>
        </p:nvSpPr>
        <p:spPr>
          <a:xfrm>
            <a:off x="1472760" y="6635160"/>
            <a:ext cx="12141000" cy="590760"/>
          </a:xfrm>
          <a:prstGeom prst="rect">
            <a:avLst/>
          </a:prstGeom>
          <a:noFill/>
          <a:ln w="0">
            <a:noFill/>
          </a:ln>
        </p:spPr>
        <p:style>
          <a:lnRef idx="0"/>
          <a:fillRef idx="0"/>
          <a:effectRef idx="0"/>
          <a:fontRef idx="minor"/>
        </p:style>
        <p:txBody>
          <a:bodyPr lIns="0" rIns="0" tIns="0" bIns="0" anchor="t">
            <a:noAutofit/>
          </a:bodyPr>
          <a:p>
            <a:pPr>
              <a:lnSpc>
                <a:spcPts val="2299"/>
              </a:lnSpc>
              <a:tabLst>
                <a:tab algn="l" pos="0"/>
              </a:tabLst>
            </a:pPr>
            <a:r>
              <a:rPr b="1" lang="en-US" sz="1550" spc="-1" strike="noStrike">
                <a:solidFill>
                  <a:srgbClr val="ffffff"/>
                </a:solidFill>
                <a:latin typeface="Source Sans 3"/>
                <a:ea typeface="Source Sans 3"/>
              </a:rPr>
              <a:t>Tövsiyə:</a:t>
            </a:r>
            <a:r>
              <a:rPr b="0" lang="en-US" sz="1550" spc="-1" strike="noStrike">
                <a:solidFill>
                  <a:srgbClr val="ffffff"/>
                </a:solidFill>
                <a:latin typeface="Source Sans 3"/>
                <a:ea typeface="Source Sans 3"/>
              </a:rPr>
              <a:t> Başlayanlar üçün Excel Monte-Karlo simulyasiyası ilə başlamaq ən məqsədəuyğundur. Əsas prinsipləri mənimsədikdən sonra daha mürəkkəb alətlərə keçid asanlaşır.</a:t>
            </a:r>
            <a:endParaRPr b="0" lang="en-US" sz="155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4" name="Shape 0"/>
          <p:cNvSpPr/>
          <p:nvPr/>
        </p:nvSpPr>
        <p:spPr>
          <a:xfrm>
            <a:off x="1014480" y="1028880"/>
            <a:ext cx="966960" cy="295920"/>
          </a:xfrm>
          <a:prstGeom prst="roundRect">
            <a:avLst>
              <a:gd name="adj" fmla="val 7115"/>
            </a:avLst>
          </a:prstGeom>
          <a:solidFill>
            <a:srgbClr val="262626"/>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pic>
        <p:nvPicPr>
          <p:cNvPr id="205" name="Image 0" descr="preencoded.png"/>
          <p:cNvPicPr/>
          <p:nvPr/>
        </p:nvPicPr>
        <p:blipFill>
          <a:blip r:embed="rId1">
            <a:extLst>
              <a:ext uri="{96DAC541-7B7A-43D3-8B79-37D633B846F1}">
                <asvg:svgBlip xmlns:asvg="http://schemas.microsoft.com/office/drawing/2016/SVG/main" r:embed="rId2"/>
              </a:ext>
            </a:extLst>
          </a:blip>
          <a:stretch/>
        </p:blipFill>
        <p:spPr>
          <a:xfrm>
            <a:off x="1119960" y="1106640"/>
            <a:ext cx="140040" cy="140040"/>
          </a:xfrm>
          <a:prstGeom prst="rect">
            <a:avLst/>
          </a:prstGeom>
          <a:ln w="0">
            <a:noFill/>
          </a:ln>
        </p:spPr>
      </p:pic>
      <p:sp>
        <p:nvSpPr>
          <p:cNvPr id="206" name="Text 1"/>
          <p:cNvSpPr/>
          <p:nvPr/>
        </p:nvSpPr>
        <p:spPr>
          <a:xfrm>
            <a:off x="1330920" y="1081440"/>
            <a:ext cx="545400" cy="190440"/>
          </a:xfrm>
          <a:prstGeom prst="rect">
            <a:avLst/>
          </a:prstGeom>
          <a:noFill/>
          <a:ln w="0">
            <a:noFill/>
          </a:ln>
        </p:spPr>
        <p:style>
          <a:lnRef idx="0"/>
          <a:fillRef idx="0"/>
          <a:effectRef idx="0"/>
          <a:fontRef idx="minor"/>
        </p:style>
        <p:txBody>
          <a:bodyPr wrap="none" lIns="0" rIns="0" tIns="0" bIns="0" anchor="t">
            <a:noAutofit/>
          </a:bodyPr>
          <a:p>
            <a:pPr>
              <a:lnSpc>
                <a:spcPts val="1500"/>
              </a:lnSpc>
              <a:tabLst>
                <a:tab algn="l" pos="0"/>
              </a:tabLst>
            </a:pPr>
            <a:r>
              <a:rPr b="0" lang="en-US" sz="1100" spc="-1" strike="noStrike">
                <a:solidFill>
                  <a:srgbClr val="e2e6e9"/>
                </a:solidFill>
                <a:latin typeface="Source Sans 3"/>
                <a:ea typeface="Source Sans 3"/>
              </a:rPr>
              <a:t>TAPŞIRIQ</a:t>
            </a:r>
            <a:endParaRPr b="0" lang="en-US" sz="1100" spc="-1" strike="noStrike">
              <a:solidFill>
                <a:srgbClr val="000000"/>
              </a:solidFill>
              <a:latin typeface="Arial"/>
            </a:endParaRPr>
          </a:p>
        </p:txBody>
      </p:sp>
      <p:sp>
        <p:nvSpPr>
          <p:cNvPr id="207" name="Text 2"/>
          <p:cNvSpPr/>
          <p:nvPr/>
        </p:nvSpPr>
        <p:spPr>
          <a:xfrm>
            <a:off x="1014480" y="1382400"/>
            <a:ext cx="5558400" cy="498600"/>
          </a:xfrm>
          <a:prstGeom prst="rect">
            <a:avLst/>
          </a:prstGeom>
          <a:noFill/>
          <a:ln w="0">
            <a:noFill/>
          </a:ln>
        </p:spPr>
        <p:style>
          <a:lnRef idx="0"/>
          <a:fillRef idx="0"/>
          <a:effectRef idx="0"/>
          <a:fontRef idx="minor"/>
        </p:style>
        <p:txBody>
          <a:bodyPr wrap="none" lIns="0" rIns="0" tIns="0" bIns="0" anchor="t">
            <a:noAutofit/>
          </a:bodyPr>
          <a:p>
            <a:pPr>
              <a:lnSpc>
                <a:spcPts val="3900"/>
              </a:lnSpc>
              <a:tabLst>
                <a:tab algn="l" pos="0"/>
              </a:tabLst>
            </a:pPr>
            <a:r>
              <a:rPr b="1" lang="en-US" sz="3100" spc="-1" strike="noStrike">
                <a:solidFill>
                  <a:srgbClr val="ffffff"/>
                </a:solidFill>
                <a:latin typeface="Montserrat Bold"/>
                <a:ea typeface="Montserrat Bold"/>
              </a:rPr>
              <a:t>Ev Tapşırığı: Praktik Tətbiq</a:t>
            </a:r>
            <a:endParaRPr b="0" lang="en-US" sz="3100" spc="-1" strike="noStrike">
              <a:solidFill>
                <a:srgbClr val="000000"/>
              </a:solidFill>
              <a:latin typeface="Arial"/>
            </a:endParaRPr>
          </a:p>
        </p:txBody>
      </p:sp>
      <p:sp>
        <p:nvSpPr>
          <p:cNvPr id="208" name="Text 3"/>
          <p:cNvSpPr/>
          <p:nvPr/>
        </p:nvSpPr>
        <p:spPr>
          <a:xfrm>
            <a:off x="1014480" y="2096280"/>
            <a:ext cx="174960" cy="218880"/>
          </a:xfrm>
          <a:prstGeom prst="rect">
            <a:avLst/>
          </a:prstGeom>
          <a:noFill/>
          <a:ln w="0">
            <a:noFill/>
          </a:ln>
        </p:spPr>
        <p:style>
          <a:lnRef idx="0"/>
          <a:fillRef idx="0"/>
          <a:effectRef idx="0"/>
          <a:fontRef idx="minor"/>
        </p:style>
        <p:txBody>
          <a:bodyPr wrap="none" lIns="0" rIns="0" tIns="0" bIns="0" anchor="t">
            <a:noAutofit/>
          </a:bodyPr>
          <a:p>
            <a:pPr>
              <a:lnSpc>
                <a:spcPts val="1851"/>
              </a:lnSpc>
              <a:tabLst>
                <a:tab algn="l" pos="0"/>
              </a:tabLst>
            </a:pPr>
            <a:r>
              <a:rPr b="0" lang="en-US" sz="1350" spc="-1" strike="noStrike">
                <a:solidFill>
                  <a:srgbClr val="e2e6e9"/>
                </a:solidFill>
                <a:latin typeface="Montserrat Light"/>
                <a:ea typeface="Montserrat Light"/>
              </a:rPr>
              <a:t>01</a:t>
            </a:r>
            <a:endParaRPr b="0" lang="en-US" sz="1350" spc="-1" strike="noStrike">
              <a:solidFill>
                <a:srgbClr val="000000"/>
              </a:solidFill>
              <a:latin typeface="Arial"/>
            </a:endParaRPr>
          </a:p>
        </p:txBody>
      </p:sp>
      <p:sp>
        <p:nvSpPr>
          <p:cNvPr id="209" name="Shape 4"/>
          <p:cNvSpPr/>
          <p:nvPr/>
        </p:nvSpPr>
        <p:spPr>
          <a:xfrm>
            <a:off x="1014480" y="2372040"/>
            <a:ext cx="6228360" cy="22320"/>
          </a:xfrm>
          <a:prstGeom prst="rect">
            <a:avLst/>
          </a:prstGeom>
          <a:solidFill>
            <a:srgbClr val="ffffff"/>
          </a:solidFill>
          <a:ln w="0">
            <a:noFill/>
          </a:ln>
        </p:spPr>
        <p:style>
          <a:lnRef idx="0"/>
          <a:fillRef idx="0"/>
          <a:effectRef idx="0"/>
          <a:fontRef idx="minor"/>
        </p:style>
        <p:txBody>
          <a:bodyPr lIns="90000" rIns="90000" tIns="-21960" bIns="-21960" anchor="t">
            <a:noAutofit/>
          </a:bodyPr>
          <a:p>
            <a:pPr>
              <a:lnSpc>
                <a:spcPct val="100000"/>
              </a:lnSpc>
            </a:pPr>
            <a:endParaRPr b="0" lang="en-US" sz="1800" spc="-1" strike="noStrike">
              <a:solidFill>
                <a:srgbClr val="000000"/>
              </a:solidFill>
              <a:latin typeface="Arial"/>
            </a:endParaRPr>
          </a:p>
        </p:txBody>
      </p:sp>
      <p:sp>
        <p:nvSpPr>
          <p:cNvPr id="210" name="Text 5"/>
          <p:cNvSpPr/>
          <p:nvPr/>
        </p:nvSpPr>
        <p:spPr>
          <a:xfrm>
            <a:off x="1014480" y="2505960"/>
            <a:ext cx="1996560" cy="249120"/>
          </a:xfrm>
          <a:prstGeom prst="rect">
            <a:avLst/>
          </a:prstGeom>
          <a:noFill/>
          <a:ln w="0">
            <a:noFill/>
          </a:ln>
        </p:spPr>
        <p:style>
          <a:lnRef idx="0"/>
          <a:fillRef idx="0"/>
          <a:effectRef idx="0"/>
          <a:fontRef idx="minor"/>
        </p:style>
        <p:txBody>
          <a:bodyPr wrap="none" lIns="0" rIns="0" tIns="0" bIns="0" anchor="t">
            <a:noAutofit/>
          </a:bodyPr>
          <a:p>
            <a:pPr>
              <a:lnSpc>
                <a:spcPts val="1950"/>
              </a:lnSpc>
              <a:tabLst>
                <a:tab algn="l" pos="0"/>
              </a:tabLst>
            </a:pPr>
            <a:r>
              <a:rPr b="1" lang="en-US" sz="1550" spc="-1" strike="noStrike">
                <a:solidFill>
                  <a:srgbClr val="e2e6e9"/>
                </a:solidFill>
                <a:latin typeface="Montserrat Bold"/>
                <a:ea typeface="Montserrat Bold"/>
              </a:rPr>
              <a:t>Göstərici Seçin</a:t>
            </a:r>
            <a:endParaRPr b="0" lang="en-US" sz="1550" spc="-1" strike="noStrike">
              <a:solidFill>
                <a:srgbClr val="000000"/>
              </a:solidFill>
              <a:latin typeface="Arial"/>
            </a:endParaRPr>
          </a:p>
        </p:txBody>
      </p:sp>
      <p:sp>
        <p:nvSpPr>
          <p:cNvPr id="211" name="Text 6"/>
          <p:cNvSpPr/>
          <p:nvPr/>
        </p:nvSpPr>
        <p:spPr>
          <a:xfrm>
            <a:off x="1014480" y="2841120"/>
            <a:ext cx="6228360" cy="477360"/>
          </a:xfrm>
          <a:prstGeom prst="rect">
            <a:avLst/>
          </a:prstGeom>
          <a:noFill/>
          <a:ln w="0">
            <a:noFill/>
          </a:ln>
        </p:spPr>
        <p:style>
          <a:lnRef idx="0"/>
          <a:fillRef idx="0"/>
          <a:effectRef idx="0"/>
          <a:fontRef idx="minor"/>
        </p:style>
        <p:txBody>
          <a:bodyPr lIns="0" rIns="0" tIns="0" bIns="0" anchor="t">
            <a:noAutofit/>
          </a:bodyPr>
          <a:p>
            <a:pPr>
              <a:lnSpc>
                <a:spcPts val="1851"/>
              </a:lnSpc>
              <a:tabLst>
                <a:tab algn="l" pos="0"/>
              </a:tabLst>
            </a:pPr>
            <a:r>
              <a:rPr b="0" lang="en-US" sz="1350" spc="-1" strike="noStrike">
                <a:solidFill>
                  <a:srgbClr val="e2e6e9"/>
                </a:solidFill>
                <a:latin typeface="Source Sans 3"/>
                <a:ea typeface="Source Sans 3"/>
              </a:rPr>
              <a:t>Bir biznes göstəricisi seçin (məsələn: aylıq satış, müştəri sayı, gəlir). Ən azı 12 aylıq tarixi məlumat toplayın.</a:t>
            </a:r>
            <a:endParaRPr b="0" lang="en-US" sz="1350" spc="-1" strike="noStrike">
              <a:solidFill>
                <a:srgbClr val="000000"/>
              </a:solidFill>
              <a:latin typeface="Arial"/>
            </a:endParaRPr>
          </a:p>
        </p:txBody>
      </p:sp>
      <p:sp>
        <p:nvSpPr>
          <p:cNvPr id="212" name="Text 7"/>
          <p:cNvSpPr/>
          <p:nvPr/>
        </p:nvSpPr>
        <p:spPr>
          <a:xfrm>
            <a:off x="7386480" y="2096280"/>
            <a:ext cx="174960" cy="218880"/>
          </a:xfrm>
          <a:prstGeom prst="rect">
            <a:avLst/>
          </a:prstGeom>
          <a:noFill/>
          <a:ln w="0">
            <a:noFill/>
          </a:ln>
        </p:spPr>
        <p:style>
          <a:lnRef idx="0"/>
          <a:fillRef idx="0"/>
          <a:effectRef idx="0"/>
          <a:fontRef idx="minor"/>
        </p:style>
        <p:txBody>
          <a:bodyPr wrap="none" lIns="0" rIns="0" tIns="0" bIns="0" anchor="t">
            <a:noAutofit/>
          </a:bodyPr>
          <a:p>
            <a:pPr>
              <a:lnSpc>
                <a:spcPts val="1851"/>
              </a:lnSpc>
              <a:tabLst>
                <a:tab algn="l" pos="0"/>
              </a:tabLst>
            </a:pPr>
            <a:r>
              <a:rPr b="0" lang="en-US" sz="1350" spc="-1" strike="noStrike">
                <a:solidFill>
                  <a:srgbClr val="e2e6e9"/>
                </a:solidFill>
                <a:latin typeface="Montserrat Light"/>
                <a:ea typeface="Montserrat Light"/>
              </a:rPr>
              <a:t>02</a:t>
            </a:r>
            <a:endParaRPr b="0" lang="en-US" sz="1350" spc="-1" strike="noStrike">
              <a:solidFill>
                <a:srgbClr val="000000"/>
              </a:solidFill>
              <a:latin typeface="Arial"/>
            </a:endParaRPr>
          </a:p>
        </p:txBody>
      </p:sp>
      <p:sp>
        <p:nvSpPr>
          <p:cNvPr id="213" name="Shape 8"/>
          <p:cNvSpPr/>
          <p:nvPr/>
        </p:nvSpPr>
        <p:spPr>
          <a:xfrm>
            <a:off x="7386480" y="2372040"/>
            <a:ext cx="6228360" cy="22320"/>
          </a:xfrm>
          <a:prstGeom prst="rect">
            <a:avLst/>
          </a:prstGeom>
          <a:solidFill>
            <a:srgbClr val="ffffff"/>
          </a:solidFill>
          <a:ln w="0">
            <a:noFill/>
          </a:ln>
        </p:spPr>
        <p:style>
          <a:lnRef idx="0"/>
          <a:fillRef idx="0"/>
          <a:effectRef idx="0"/>
          <a:fontRef idx="minor"/>
        </p:style>
        <p:txBody>
          <a:bodyPr lIns="90000" rIns="90000" tIns="-21960" bIns="-21960" anchor="t">
            <a:noAutofit/>
          </a:bodyPr>
          <a:p>
            <a:pPr>
              <a:lnSpc>
                <a:spcPct val="100000"/>
              </a:lnSpc>
            </a:pPr>
            <a:endParaRPr b="0" lang="en-US" sz="1800" spc="-1" strike="noStrike">
              <a:solidFill>
                <a:srgbClr val="000000"/>
              </a:solidFill>
              <a:latin typeface="Arial"/>
            </a:endParaRPr>
          </a:p>
        </p:txBody>
      </p:sp>
      <p:sp>
        <p:nvSpPr>
          <p:cNvPr id="214" name="Text 9"/>
          <p:cNvSpPr/>
          <p:nvPr/>
        </p:nvSpPr>
        <p:spPr>
          <a:xfrm>
            <a:off x="7386480" y="2505960"/>
            <a:ext cx="1996560" cy="249120"/>
          </a:xfrm>
          <a:prstGeom prst="rect">
            <a:avLst/>
          </a:prstGeom>
          <a:noFill/>
          <a:ln w="0">
            <a:noFill/>
          </a:ln>
        </p:spPr>
        <p:style>
          <a:lnRef idx="0"/>
          <a:fillRef idx="0"/>
          <a:effectRef idx="0"/>
          <a:fontRef idx="minor"/>
        </p:style>
        <p:txBody>
          <a:bodyPr wrap="none" lIns="0" rIns="0" tIns="0" bIns="0" anchor="t">
            <a:noAutofit/>
          </a:bodyPr>
          <a:p>
            <a:pPr>
              <a:lnSpc>
                <a:spcPts val="1950"/>
              </a:lnSpc>
              <a:tabLst>
                <a:tab algn="l" pos="0"/>
              </a:tabLst>
            </a:pPr>
            <a:r>
              <a:rPr b="1" lang="en-US" sz="1550" spc="-1" strike="noStrike">
                <a:solidFill>
                  <a:srgbClr val="e2e6e9"/>
                </a:solidFill>
                <a:latin typeface="Montserrat Bold"/>
                <a:ea typeface="Montserrat Bold"/>
              </a:rPr>
              <a:t>Model Qurun</a:t>
            </a:r>
            <a:endParaRPr b="0" lang="en-US" sz="1550" spc="-1" strike="noStrike">
              <a:solidFill>
                <a:srgbClr val="000000"/>
              </a:solidFill>
              <a:latin typeface="Arial"/>
            </a:endParaRPr>
          </a:p>
        </p:txBody>
      </p:sp>
      <p:sp>
        <p:nvSpPr>
          <p:cNvPr id="215" name="Text 10"/>
          <p:cNvSpPr/>
          <p:nvPr/>
        </p:nvSpPr>
        <p:spPr>
          <a:xfrm>
            <a:off x="7386480" y="2841120"/>
            <a:ext cx="6228360" cy="477360"/>
          </a:xfrm>
          <a:prstGeom prst="rect">
            <a:avLst/>
          </a:prstGeom>
          <a:noFill/>
          <a:ln w="0">
            <a:noFill/>
          </a:ln>
        </p:spPr>
        <p:style>
          <a:lnRef idx="0"/>
          <a:fillRef idx="0"/>
          <a:effectRef idx="0"/>
          <a:fontRef idx="minor"/>
        </p:style>
        <p:txBody>
          <a:bodyPr lIns="0" rIns="0" tIns="0" bIns="0" anchor="t">
            <a:noAutofit/>
          </a:bodyPr>
          <a:p>
            <a:pPr>
              <a:lnSpc>
                <a:spcPts val="1851"/>
              </a:lnSpc>
              <a:tabLst>
                <a:tab algn="l" pos="0"/>
              </a:tabLst>
            </a:pPr>
            <a:r>
              <a:rPr b="0" lang="en-US" sz="1350" spc="-1" strike="noStrike">
                <a:solidFill>
                  <a:srgbClr val="e2e6e9"/>
                </a:solidFill>
                <a:latin typeface="Source Sans 3"/>
                <a:ea typeface="Source Sans 3"/>
              </a:rPr>
              <a:t>Excel-də sadə proqnoz modeli yaradın. Trend və mövsümlük nümunələrini müəyyənləşdirin. Hərəkətli orta və ya xətti reqressiya metodundan istifadə edin.</a:t>
            </a:r>
            <a:endParaRPr b="0" lang="en-US" sz="1350" spc="-1" strike="noStrike">
              <a:solidFill>
                <a:srgbClr val="000000"/>
              </a:solidFill>
              <a:latin typeface="Arial"/>
            </a:endParaRPr>
          </a:p>
        </p:txBody>
      </p:sp>
      <p:sp>
        <p:nvSpPr>
          <p:cNvPr id="216" name="Text 11"/>
          <p:cNvSpPr/>
          <p:nvPr/>
        </p:nvSpPr>
        <p:spPr>
          <a:xfrm>
            <a:off x="1014480" y="3593880"/>
            <a:ext cx="174960" cy="218880"/>
          </a:xfrm>
          <a:prstGeom prst="rect">
            <a:avLst/>
          </a:prstGeom>
          <a:noFill/>
          <a:ln w="0">
            <a:noFill/>
          </a:ln>
        </p:spPr>
        <p:style>
          <a:lnRef idx="0"/>
          <a:fillRef idx="0"/>
          <a:effectRef idx="0"/>
          <a:fontRef idx="minor"/>
        </p:style>
        <p:txBody>
          <a:bodyPr wrap="none" lIns="0" rIns="0" tIns="0" bIns="0" anchor="t">
            <a:noAutofit/>
          </a:bodyPr>
          <a:p>
            <a:pPr>
              <a:lnSpc>
                <a:spcPts val="1851"/>
              </a:lnSpc>
              <a:tabLst>
                <a:tab algn="l" pos="0"/>
              </a:tabLst>
            </a:pPr>
            <a:r>
              <a:rPr b="0" lang="en-US" sz="1350" spc="-1" strike="noStrike">
                <a:solidFill>
                  <a:srgbClr val="e2e6e9"/>
                </a:solidFill>
                <a:latin typeface="Montserrat Light"/>
                <a:ea typeface="Montserrat Light"/>
              </a:rPr>
              <a:t>03</a:t>
            </a:r>
            <a:endParaRPr b="0" lang="en-US" sz="1350" spc="-1" strike="noStrike">
              <a:solidFill>
                <a:srgbClr val="000000"/>
              </a:solidFill>
              <a:latin typeface="Arial"/>
            </a:endParaRPr>
          </a:p>
        </p:txBody>
      </p:sp>
      <p:sp>
        <p:nvSpPr>
          <p:cNvPr id="217" name="Shape 12"/>
          <p:cNvSpPr/>
          <p:nvPr/>
        </p:nvSpPr>
        <p:spPr>
          <a:xfrm>
            <a:off x="1014480" y="3869640"/>
            <a:ext cx="6228360" cy="22320"/>
          </a:xfrm>
          <a:prstGeom prst="rect">
            <a:avLst/>
          </a:prstGeom>
          <a:solidFill>
            <a:srgbClr val="ffffff"/>
          </a:solidFill>
          <a:ln w="0">
            <a:noFill/>
          </a:ln>
        </p:spPr>
        <p:style>
          <a:lnRef idx="0"/>
          <a:fillRef idx="0"/>
          <a:effectRef idx="0"/>
          <a:fontRef idx="minor"/>
        </p:style>
        <p:txBody>
          <a:bodyPr lIns="90000" rIns="90000" tIns="-21960" bIns="-21960" anchor="t">
            <a:noAutofit/>
          </a:bodyPr>
          <a:p>
            <a:pPr>
              <a:lnSpc>
                <a:spcPct val="100000"/>
              </a:lnSpc>
            </a:pPr>
            <a:endParaRPr b="0" lang="en-US" sz="1800" spc="-1" strike="noStrike">
              <a:solidFill>
                <a:srgbClr val="000000"/>
              </a:solidFill>
              <a:latin typeface="Arial"/>
            </a:endParaRPr>
          </a:p>
        </p:txBody>
      </p:sp>
      <p:sp>
        <p:nvSpPr>
          <p:cNvPr id="218" name="Text 13"/>
          <p:cNvSpPr/>
          <p:nvPr/>
        </p:nvSpPr>
        <p:spPr>
          <a:xfrm>
            <a:off x="1014480" y="4003200"/>
            <a:ext cx="1996560" cy="249120"/>
          </a:xfrm>
          <a:prstGeom prst="rect">
            <a:avLst/>
          </a:prstGeom>
          <a:noFill/>
          <a:ln w="0">
            <a:noFill/>
          </a:ln>
        </p:spPr>
        <p:style>
          <a:lnRef idx="0"/>
          <a:fillRef idx="0"/>
          <a:effectRef idx="0"/>
          <a:fontRef idx="minor"/>
        </p:style>
        <p:txBody>
          <a:bodyPr wrap="none" lIns="0" rIns="0" tIns="0" bIns="0" anchor="t">
            <a:noAutofit/>
          </a:bodyPr>
          <a:p>
            <a:pPr>
              <a:lnSpc>
                <a:spcPts val="1950"/>
              </a:lnSpc>
              <a:tabLst>
                <a:tab algn="l" pos="0"/>
              </a:tabLst>
            </a:pPr>
            <a:r>
              <a:rPr b="1" lang="en-US" sz="1550" spc="-1" strike="noStrike">
                <a:solidFill>
                  <a:srgbClr val="e2e6e9"/>
                </a:solidFill>
                <a:latin typeface="Montserrat Bold"/>
                <a:ea typeface="Montserrat Bold"/>
              </a:rPr>
              <a:t>Ssenarilər Yaradın</a:t>
            </a:r>
            <a:endParaRPr b="0" lang="en-US" sz="1550" spc="-1" strike="noStrike">
              <a:solidFill>
                <a:srgbClr val="000000"/>
              </a:solidFill>
              <a:latin typeface="Arial"/>
            </a:endParaRPr>
          </a:p>
        </p:txBody>
      </p:sp>
      <p:sp>
        <p:nvSpPr>
          <p:cNvPr id="219" name="Text 14"/>
          <p:cNvSpPr/>
          <p:nvPr/>
        </p:nvSpPr>
        <p:spPr>
          <a:xfrm>
            <a:off x="1014480" y="4338720"/>
            <a:ext cx="6228360" cy="477360"/>
          </a:xfrm>
          <a:prstGeom prst="rect">
            <a:avLst/>
          </a:prstGeom>
          <a:noFill/>
          <a:ln w="0">
            <a:noFill/>
          </a:ln>
        </p:spPr>
        <p:style>
          <a:lnRef idx="0"/>
          <a:fillRef idx="0"/>
          <a:effectRef idx="0"/>
          <a:fontRef idx="minor"/>
        </p:style>
        <p:txBody>
          <a:bodyPr lIns="0" rIns="0" tIns="0" bIns="0" anchor="t">
            <a:noAutofit/>
          </a:bodyPr>
          <a:p>
            <a:pPr>
              <a:lnSpc>
                <a:spcPts val="1851"/>
              </a:lnSpc>
              <a:tabLst>
                <a:tab algn="l" pos="0"/>
              </a:tabLst>
            </a:pPr>
            <a:r>
              <a:rPr b="0" lang="en-US" sz="1350" spc="-1" strike="noStrike">
                <a:solidFill>
                  <a:srgbClr val="e2e6e9"/>
                </a:solidFill>
                <a:latin typeface="Source Sans 3"/>
                <a:ea typeface="Source Sans 3"/>
              </a:rPr>
              <a:t>İki fərqli ssenari hazırlayın: optimist (20% artım) və pessimist (10% azalma). Hər iki ssenari üçün proqnoz hazırlayın.</a:t>
            </a:r>
            <a:endParaRPr b="0" lang="en-US" sz="1350" spc="-1" strike="noStrike">
              <a:solidFill>
                <a:srgbClr val="000000"/>
              </a:solidFill>
              <a:latin typeface="Arial"/>
            </a:endParaRPr>
          </a:p>
        </p:txBody>
      </p:sp>
      <p:sp>
        <p:nvSpPr>
          <p:cNvPr id="220" name="Text 15"/>
          <p:cNvSpPr/>
          <p:nvPr/>
        </p:nvSpPr>
        <p:spPr>
          <a:xfrm>
            <a:off x="7386480" y="3593880"/>
            <a:ext cx="174960" cy="218880"/>
          </a:xfrm>
          <a:prstGeom prst="rect">
            <a:avLst/>
          </a:prstGeom>
          <a:noFill/>
          <a:ln w="0">
            <a:noFill/>
          </a:ln>
        </p:spPr>
        <p:style>
          <a:lnRef idx="0"/>
          <a:fillRef idx="0"/>
          <a:effectRef idx="0"/>
          <a:fontRef idx="minor"/>
        </p:style>
        <p:txBody>
          <a:bodyPr wrap="none" lIns="0" rIns="0" tIns="0" bIns="0" anchor="t">
            <a:noAutofit/>
          </a:bodyPr>
          <a:p>
            <a:pPr>
              <a:lnSpc>
                <a:spcPts val="1851"/>
              </a:lnSpc>
              <a:tabLst>
                <a:tab algn="l" pos="0"/>
              </a:tabLst>
            </a:pPr>
            <a:r>
              <a:rPr b="0" lang="en-US" sz="1350" spc="-1" strike="noStrike">
                <a:solidFill>
                  <a:srgbClr val="e2e6e9"/>
                </a:solidFill>
                <a:latin typeface="Montserrat Light"/>
                <a:ea typeface="Montserrat Light"/>
              </a:rPr>
              <a:t>04</a:t>
            </a:r>
            <a:endParaRPr b="0" lang="en-US" sz="1350" spc="-1" strike="noStrike">
              <a:solidFill>
                <a:srgbClr val="000000"/>
              </a:solidFill>
              <a:latin typeface="Arial"/>
            </a:endParaRPr>
          </a:p>
        </p:txBody>
      </p:sp>
      <p:sp>
        <p:nvSpPr>
          <p:cNvPr id="221" name="Shape 16"/>
          <p:cNvSpPr/>
          <p:nvPr/>
        </p:nvSpPr>
        <p:spPr>
          <a:xfrm>
            <a:off x="7386480" y="3869640"/>
            <a:ext cx="6228360" cy="22320"/>
          </a:xfrm>
          <a:prstGeom prst="rect">
            <a:avLst/>
          </a:prstGeom>
          <a:solidFill>
            <a:srgbClr val="ffffff"/>
          </a:solidFill>
          <a:ln w="0">
            <a:noFill/>
          </a:ln>
        </p:spPr>
        <p:style>
          <a:lnRef idx="0"/>
          <a:fillRef idx="0"/>
          <a:effectRef idx="0"/>
          <a:fontRef idx="minor"/>
        </p:style>
        <p:txBody>
          <a:bodyPr lIns="90000" rIns="90000" tIns="-21960" bIns="-21960" anchor="t">
            <a:noAutofit/>
          </a:bodyPr>
          <a:p>
            <a:pPr>
              <a:lnSpc>
                <a:spcPct val="100000"/>
              </a:lnSpc>
            </a:pPr>
            <a:endParaRPr b="0" lang="en-US" sz="1800" spc="-1" strike="noStrike">
              <a:solidFill>
                <a:srgbClr val="000000"/>
              </a:solidFill>
              <a:latin typeface="Arial"/>
            </a:endParaRPr>
          </a:p>
        </p:txBody>
      </p:sp>
      <p:sp>
        <p:nvSpPr>
          <p:cNvPr id="222" name="Text 17"/>
          <p:cNvSpPr/>
          <p:nvPr/>
        </p:nvSpPr>
        <p:spPr>
          <a:xfrm>
            <a:off x="7386480" y="4003200"/>
            <a:ext cx="2137320" cy="249120"/>
          </a:xfrm>
          <a:prstGeom prst="rect">
            <a:avLst/>
          </a:prstGeom>
          <a:noFill/>
          <a:ln w="0">
            <a:noFill/>
          </a:ln>
        </p:spPr>
        <p:style>
          <a:lnRef idx="0"/>
          <a:fillRef idx="0"/>
          <a:effectRef idx="0"/>
          <a:fontRef idx="minor"/>
        </p:style>
        <p:txBody>
          <a:bodyPr wrap="none" lIns="0" rIns="0" tIns="0" bIns="0" anchor="t">
            <a:noAutofit/>
          </a:bodyPr>
          <a:p>
            <a:pPr>
              <a:lnSpc>
                <a:spcPts val="1950"/>
              </a:lnSpc>
              <a:tabLst>
                <a:tab algn="l" pos="0"/>
              </a:tabLst>
            </a:pPr>
            <a:r>
              <a:rPr b="1" lang="en-US" sz="1550" spc="-1" strike="noStrike">
                <a:solidFill>
                  <a:srgbClr val="e2e6e9"/>
                </a:solidFill>
                <a:latin typeface="Montserrat Bold"/>
                <a:ea typeface="Montserrat Bold"/>
              </a:rPr>
              <a:t>Müqayisə və Təqdim</a:t>
            </a:r>
            <a:endParaRPr b="0" lang="en-US" sz="1550" spc="-1" strike="noStrike">
              <a:solidFill>
                <a:srgbClr val="000000"/>
              </a:solidFill>
              <a:latin typeface="Arial"/>
            </a:endParaRPr>
          </a:p>
        </p:txBody>
      </p:sp>
      <p:sp>
        <p:nvSpPr>
          <p:cNvPr id="223" name="Text 18"/>
          <p:cNvSpPr/>
          <p:nvPr/>
        </p:nvSpPr>
        <p:spPr>
          <a:xfrm>
            <a:off x="7386480" y="4338720"/>
            <a:ext cx="6228360" cy="477360"/>
          </a:xfrm>
          <a:prstGeom prst="rect">
            <a:avLst/>
          </a:prstGeom>
          <a:noFill/>
          <a:ln w="0">
            <a:noFill/>
          </a:ln>
        </p:spPr>
        <p:style>
          <a:lnRef idx="0"/>
          <a:fillRef idx="0"/>
          <a:effectRef idx="0"/>
          <a:fontRef idx="minor"/>
        </p:style>
        <p:txBody>
          <a:bodyPr lIns="0" rIns="0" tIns="0" bIns="0" anchor="t">
            <a:noAutofit/>
          </a:bodyPr>
          <a:p>
            <a:pPr>
              <a:lnSpc>
                <a:spcPts val="1851"/>
              </a:lnSpc>
              <a:tabLst>
                <a:tab algn="l" pos="0"/>
              </a:tabLst>
            </a:pPr>
            <a:r>
              <a:rPr b="0" lang="en-US" sz="1350" spc="-1" strike="noStrike">
                <a:solidFill>
                  <a:srgbClr val="e2e6e9"/>
                </a:solidFill>
                <a:latin typeface="Source Sans 3"/>
                <a:ea typeface="Source Sans 3"/>
              </a:rPr>
              <a:t>Nəticələri qrafiklər vasitəsilə vizuallaşdırın. Hər iki ssenaridə potensial risklər və imkanları müəyyənləşdirin.</a:t>
            </a:r>
            <a:endParaRPr b="0" lang="en-US" sz="1350" spc="-1" strike="noStrike">
              <a:solidFill>
                <a:srgbClr val="000000"/>
              </a:solidFill>
              <a:latin typeface="Arial"/>
            </a:endParaRPr>
          </a:p>
        </p:txBody>
      </p:sp>
      <p:sp>
        <p:nvSpPr>
          <p:cNvPr id="224" name="Text 19"/>
          <p:cNvSpPr/>
          <p:nvPr/>
        </p:nvSpPr>
        <p:spPr>
          <a:xfrm>
            <a:off x="1014480" y="5252400"/>
            <a:ext cx="1996560" cy="249120"/>
          </a:xfrm>
          <a:prstGeom prst="rect">
            <a:avLst/>
          </a:prstGeom>
          <a:noFill/>
          <a:ln w="0">
            <a:noFill/>
          </a:ln>
        </p:spPr>
        <p:style>
          <a:lnRef idx="0"/>
          <a:fillRef idx="0"/>
          <a:effectRef idx="0"/>
          <a:fontRef idx="minor"/>
        </p:style>
        <p:txBody>
          <a:bodyPr wrap="none" lIns="0" rIns="0" tIns="0" bIns="0" anchor="t">
            <a:noAutofit/>
          </a:bodyPr>
          <a:p>
            <a:pPr>
              <a:lnSpc>
                <a:spcPts val="1950"/>
              </a:lnSpc>
              <a:tabLst>
                <a:tab algn="l" pos="0"/>
              </a:tabLst>
            </a:pPr>
            <a:r>
              <a:rPr b="1" lang="en-US" sz="1550" spc="-1" strike="noStrike">
                <a:solidFill>
                  <a:srgbClr val="ffffff"/>
                </a:solidFill>
                <a:latin typeface="Montserrat Bold"/>
                <a:ea typeface="Montserrat Bold"/>
              </a:rPr>
              <a:t>Təqdim Formatı</a:t>
            </a:r>
            <a:endParaRPr b="0" lang="en-US" sz="1550" spc="-1" strike="noStrike">
              <a:solidFill>
                <a:srgbClr val="000000"/>
              </a:solidFill>
              <a:latin typeface="Arial"/>
            </a:endParaRPr>
          </a:p>
        </p:txBody>
      </p:sp>
      <p:sp>
        <p:nvSpPr>
          <p:cNvPr id="225" name="Text 20"/>
          <p:cNvSpPr/>
          <p:nvPr/>
        </p:nvSpPr>
        <p:spPr>
          <a:xfrm>
            <a:off x="1014480" y="5645160"/>
            <a:ext cx="6085440" cy="1105200"/>
          </a:xfrm>
          <a:prstGeom prst="rect">
            <a:avLst/>
          </a:prstGeom>
          <a:noFill/>
          <a:ln w="0">
            <a:noFill/>
          </a:ln>
        </p:spPr>
        <p:style>
          <a:lnRef idx="0"/>
          <a:fillRef idx="0"/>
          <a:effectRef idx="0"/>
          <a:fontRef idx="minor"/>
        </p:style>
        <p:txBody>
          <a:bodyPr lIns="0" rIns="0" tIns="0" bIns="0" anchor="t">
            <a:noAutofit/>
          </a:bodyPr>
          <a:p>
            <a:pPr marL="343080" indent="-343080">
              <a:lnSpc>
                <a:spcPts val="1851"/>
              </a:lnSpc>
              <a:buClr>
                <a:srgbClr val="e2e6e9"/>
              </a:buClr>
              <a:buFont typeface="Symbol" charset="2"/>
              <a:buChar char=""/>
            </a:pPr>
            <a:r>
              <a:rPr b="0" lang="en-US" sz="1350" spc="-1" strike="noStrike">
                <a:solidFill>
                  <a:srgbClr val="e2e6e9"/>
                </a:solidFill>
                <a:latin typeface="Source Sans 3"/>
                <a:ea typeface="Source Sans 3"/>
              </a:rPr>
              <a:t>Excel faylı (modellərlə)</a:t>
            </a:r>
            <a:endParaRPr b="0" lang="en-US" sz="1350" spc="-1" strike="noStrike">
              <a:solidFill>
                <a:srgbClr val="000000"/>
              </a:solidFill>
              <a:latin typeface="Arial"/>
            </a:endParaRPr>
          </a:p>
          <a:p>
            <a:pPr marL="343080" indent="-343080">
              <a:lnSpc>
                <a:spcPts val="1851"/>
              </a:lnSpc>
              <a:buClr>
                <a:srgbClr val="e2e6e9"/>
              </a:buClr>
              <a:buFont typeface="Symbol" charset="2"/>
              <a:buChar char=""/>
            </a:pPr>
            <a:r>
              <a:rPr b="0" lang="en-US" sz="1350" spc="-1" strike="noStrike">
                <a:solidFill>
                  <a:srgbClr val="e2e6e9"/>
                </a:solidFill>
                <a:latin typeface="Source Sans 3"/>
                <a:ea typeface="Source Sans 3"/>
              </a:rPr>
              <a:t>1-2 səhifəlik hesabat</a:t>
            </a:r>
            <a:endParaRPr b="0" lang="en-US" sz="1350" spc="-1" strike="noStrike">
              <a:solidFill>
                <a:srgbClr val="000000"/>
              </a:solidFill>
              <a:latin typeface="Arial"/>
            </a:endParaRPr>
          </a:p>
          <a:p>
            <a:pPr marL="343080" indent="-343080">
              <a:lnSpc>
                <a:spcPts val="1851"/>
              </a:lnSpc>
              <a:buClr>
                <a:srgbClr val="e2e6e9"/>
              </a:buClr>
              <a:buFont typeface="Symbol" charset="2"/>
              <a:buChar char=""/>
            </a:pPr>
            <a:r>
              <a:rPr b="0" lang="en-US" sz="1350" spc="-1" strike="noStrike">
                <a:solidFill>
                  <a:srgbClr val="e2e6e9"/>
                </a:solidFill>
                <a:latin typeface="Source Sans 3"/>
                <a:ea typeface="Source Sans 3"/>
              </a:rPr>
              <a:t>Vizual qrafiklər</a:t>
            </a:r>
            <a:endParaRPr b="0" lang="en-US" sz="1350" spc="-1" strike="noStrike">
              <a:solidFill>
                <a:srgbClr val="000000"/>
              </a:solidFill>
              <a:latin typeface="Arial"/>
            </a:endParaRPr>
          </a:p>
          <a:p>
            <a:pPr marL="343080" indent="-343080">
              <a:lnSpc>
                <a:spcPts val="1851"/>
              </a:lnSpc>
              <a:buClr>
                <a:srgbClr val="e2e6e9"/>
              </a:buClr>
              <a:buFont typeface="Symbol" charset="2"/>
              <a:buChar char=""/>
            </a:pPr>
            <a:r>
              <a:rPr b="0" lang="en-US" sz="1350" spc="-1" strike="noStrike">
                <a:solidFill>
                  <a:srgbClr val="e2e6e9"/>
                </a:solidFill>
                <a:latin typeface="Source Sans 3"/>
                <a:ea typeface="Source Sans 3"/>
              </a:rPr>
              <a:t>Əsas nəticələr və tövsiyələr</a:t>
            </a:r>
            <a:endParaRPr b="0" lang="en-US" sz="1350" spc="-1" strike="noStrike">
              <a:solidFill>
                <a:srgbClr val="000000"/>
              </a:solidFill>
              <a:latin typeface="Arial"/>
            </a:endParaRPr>
          </a:p>
        </p:txBody>
      </p:sp>
      <p:sp>
        <p:nvSpPr>
          <p:cNvPr id="226" name="Shape 21"/>
          <p:cNvSpPr/>
          <p:nvPr/>
        </p:nvSpPr>
        <p:spPr>
          <a:xfrm>
            <a:off x="7410600" y="5109480"/>
            <a:ext cx="6338520" cy="1690920"/>
          </a:xfrm>
          <a:prstGeom prst="roundRect">
            <a:avLst>
              <a:gd name="adj" fmla="val 1559"/>
            </a:avLst>
          </a:prstGeom>
          <a:solidFill>
            <a:srgbClr val="1d1f22"/>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27" name="Text 22"/>
          <p:cNvSpPr/>
          <p:nvPr/>
        </p:nvSpPr>
        <p:spPr>
          <a:xfrm>
            <a:off x="7586280" y="5252400"/>
            <a:ext cx="2740320" cy="249120"/>
          </a:xfrm>
          <a:prstGeom prst="rect">
            <a:avLst/>
          </a:prstGeom>
          <a:noFill/>
          <a:ln w="0">
            <a:noFill/>
          </a:ln>
        </p:spPr>
        <p:style>
          <a:lnRef idx="0"/>
          <a:fillRef idx="0"/>
          <a:effectRef idx="0"/>
          <a:fontRef idx="minor"/>
        </p:style>
        <p:txBody>
          <a:bodyPr wrap="none" lIns="0" rIns="0" tIns="0" bIns="0" anchor="t">
            <a:noAutofit/>
          </a:bodyPr>
          <a:p>
            <a:pPr>
              <a:lnSpc>
                <a:spcPts val="1950"/>
              </a:lnSpc>
              <a:tabLst>
                <a:tab algn="l" pos="0"/>
              </a:tabLst>
            </a:pPr>
            <a:r>
              <a:rPr b="1" lang="en-US" sz="1550" spc="-1" strike="noStrike">
                <a:solidFill>
                  <a:srgbClr val="ffffff"/>
                </a:solidFill>
                <a:latin typeface="Montserrat Bold"/>
                <a:ea typeface="Montserrat Bold"/>
              </a:rPr>
              <a:t>Qiymətləndirmə Meyarları</a:t>
            </a:r>
            <a:endParaRPr b="0" lang="en-US" sz="1550" spc="-1" strike="noStrike">
              <a:solidFill>
                <a:srgbClr val="000000"/>
              </a:solidFill>
              <a:latin typeface="Arial"/>
            </a:endParaRPr>
          </a:p>
        </p:txBody>
      </p:sp>
      <p:sp>
        <p:nvSpPr>
          <p:cNvPr id="228" name="Text 23"/>
          <p:cNvSpPr/>
          <p:nvPr/>
        </p:nvSpPr>
        <p:spPr>
          <a:xfrm>
            <a:off x="7586280" y="5645160"/>
            <a:ext cx="5987160" cy="1105200"/>
          </a:xfrm>
          <a:prstGeom prst="rect">
            <a:avLst/>
          </a:prstGeom>
          <a:noFill/>
          <a:ln w="0">
            <a:noFill/>
          </a:ln>
        </p:spPr>
        <p:style>
          <a:lnRef idx="0"/>
          <a:fillRef idx="0"/>
          <a:effectRef idx="0"/>
          <a:fontRef idx="minor"/>
        </p:style>
        <p:txBody>
          <a:bodyPr lIns="0" rIns="0" tIns="0" bIns="0" anchor="t">
            <a:noAutofit/>
          </a:bodyPr>
          <a:p>
            <a:pPr marL="343080" indent="-343080">
              <a:lnSpc>
                <a:spcPts val="1851"/>
              </a:lnSpc>
              <a:buClr>
                <a:srgbClr val="e2e6e9"/>
              </a:buClr>
              <a:buFont typeface="Symbol" charset="2"/>
              <a:buChar char=""/>
            </a:pPr>
            <a:r>
              <a:rPr b="0" lang="en-US" sz="1350" spc="-1" strike="noStrike">
                <a:solidFill>
                  <a:srgbClr val="e2e6e9"/>
                </a:solidFill>
                <a:latin typeface="Source Sans 3"/>
                <a:ea typeface="Source Sans 3"/>
              </a:rPr>
              <a:t>Metodologiyanın düzgünlüyü</a:t>
            </a:r>
            <a:endParaRPr b="0" lang="en-US" sz="1350" spc="-1" strike="noStrike">
              <a:solidFill>
                <a:srgbClr val="000000"/>
              </a:solidFill>
              <a:latin typeface="Arial"/>
            </a:endParaRPr>
          </a:p>
          <a:p>
            <a:pPr marL="343080" indent="-343080">
              <a:lnSpc>
                <a:spcPts val="1851"/>
              </a:lnSpc>
              <a:buClr>
                <a:srgbClr val="e2e6e9"/>
              </a:buClr>
              <a:buFont typeface="Symbol" charset="2"/>
              <a:buChar char=""/>
            </a:pPr>
            <a:r>
              <a:rPr b="0" lang="en-US" sz="1350" spc="-1" strike="noStrike">
                <a:solidFill>
                  <a:srgbClr val="e2e6e9"/>
                </a:solidFill>
                <a:latin typeface="Source Sans 3"/>
                <a:ea typeface="Source Sans 3"/>
              </a:rPr>
              <a:t>Ssenarilərın əsaslandırılması</a:t>
            </a:r>
            <a:endParaRPr b="0" lang="en-US" sz="1350" spc="-1" strike="noStrike">
              <a:solidFill>
                <a:srgbClr val="000000"/>
              </a:solidFill>
              <a:latin typeface="Arial"/>
            </a:endParaRPr>
          </a:p>
          <a:p>
            <a:pPr marL="343080" indent="-343080">
              <a:lnSpc>
                <a:spcPts val="1851"/>
              </a:lnSpc>
              <a:buClr>
                <a:srgbClr val="e2e6e9"/>
              </a:buClr>
              <a:buFont typeface="Symbol" charset="2"/>
              <a:buChar char=""/>
            </a:pPr>
            <a:r>
              <a:rPr b="0" lang="en-US" sz="1350" spc="-1" strike="noStrike">
                <a:solidFill>
                  <a:srgbClr val="e2e6e9"/>
                </a:solidFill>
                <a:latin typeface="Source Sans 3"/>
                <a:ea typeface="Source Sans 3"/>
              </a:rPr>
              <a:t>Vizuallaşdırmanın keyfiyyəti</a:t>
            </a:r>
            <a:endParaRPr b="0" lang="en-US" sz="1350" spc="-1" strike="noStrike">
              <a:solidFill>
                <a:srgbClr val="000000"/>
              </a:solidFill>
              <a:latin typeface="Arial"/>
            </a:endParaRPr>
          </a:p>
          <a:p>
            <a:pPr marL="343080" indent="-343080">
              <a:lnSpc>
                <a:spcPts val="1851"/>
              </a:lnSpc>
              <a:buClr>
                <a:srgbClr val="e2e6e9"/>
              </a:buClr>
              <a:buFont typeface="Symbol" charset="2"/>
              <a:buChar char=""/>
            </a:pPr>
            <a:r>
              <a:rPr b="0" lang="en-US" sz="1350" spc="-1" strike="noStrike">
                <a:solidFill>
                  <a:srgbClr val="e2e6e9"/>
                </a:solidFill>
                <a:latin typeface="Source Sans 3"/>
                <a:ea typeface="Source Sans 3"/>
              </a:rPr>
              <a:t>Nəticələrin təhlili</a:t>
            </a:r>
            <a:endParaRPr b="0" lang="en-US" sz="1350" spc="-1" strike="noStrike">
              <a:solidFill>
                <a:srgbClr val="000000"/>
              </a:solidFill>
              <a:latin typeface="Arial"/>
            </a:endParaRPr>
          </a:p>
        </p:txBody>
      </p:sp>
      <p:sp>
        <p:nvSpPr>
          <p:cNvPr id="229" name="Text 24"/>
          <p:cNvSpPr/>
          <p:nvPr/>
        </p:nvSpPr>
        <p:spPr>
          <a:xfrm>
            <a:off x="1014480" y="6961680"/>
            <a:ext cx="12600360" cy="238320"/>
          </a:xfrm>
          <a:prstGeom prst="rect">
            <a:avLst/>
          </a:prstGeom>
          <a:noFill/>
          <a:ln w="0">
            <a:noFill/>
          </a:ln>
        </p:spPr>
        <p:style>
          <a:lnRef idx="0"/>
          <a:fillRef idx="0"/>
          <a:effectRef idx="0"/>
          <a:fontRef idx="minor"/>
        </p:style>
        <p:txBody>
          <a:bodyPr wrap="none" lIns="0" rIns="0" tIns="0" bIns="0" anchor="t">
            <a:noAutofit/>
          </a:bodyPr>
          <a:p>
            <a:pPr>
              <a:lnSpc>
                <a:spcPts val="1851"/>
              </a:lnSpc>
              <a:tabLst>
                <a:tab algn="l" pos="0"/>
              </a:tabLst>
            </a:pPr>
            <a:r>
              <a:rPr b="0" lang="en-US" sz="1350" spc="-1" strike="noStrike">
                <a:solidFill>
                  <a:srgbClr val="e2e6e9"/>
                </a:solidFill>
                <a:latin typeface="Source Sans 3"/>
                <a:ea typeface="Source Sans 3"/>
              </a:rPr>
              <a:t>Uğurlar! Bu tapşırıq sizə öyrəndiyiniz metodları praktikada tətbiq etmək və prediktiv analitikanın gücünü real məlumatlar üzərində sınamaq imkanı verəcək.</a:t>
            </a:r>
            <a:endParaRPr b="0" lang="en-US" sz="1350" spc="-1" strike="noStrike">
              <a:solidFill>
                <a:srgbClr val="000000"/>
              </a:solidFill>
              <a:latin typeface="Arial"/>
            </a:endParaRPr>
          </a:p>
        </p:txBody>
      </p:sp>
      <p:pic>
        <p:nvPicPr>
          <p:cNvPr id="230" name="" descr=""/>
          <p:cNvPicPr/>
          <p:nvPr/>
        </p:nvPicPr>
        <p:blipFill>
          <a:blip r:embed="rId3"/>
          <a:stretch/>
        </p:blipFill>
        <p:spPr>
          <a:xfrm>
            <a:off x="11887200" y="457200"/>
            <a:ext cx="1600200" cy="1600200"/>
          </a:xfrm>
          <a:prstGeom prst="rect">
            <a:avLst/>
          </a:prstGeom>
          <a:ln w="0">
            <a:noFill/>
          </a:ln>
        </p:spPr>
      </p:pic>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231" name="" descr=""/>
          <p:cNvPicPr/>
          <p:nvPr/>
        </p:nvPicPr>
        <p:blipFill>
          <a:blip r:embed="rId1"/>
          <a:srcRect l="0" t="2457" r="0" b="0"/>
          <a:stretch/>
        </p:blipFill>
        <p:spPr>
          <a:xfrm>
            <a:off x="3905640" y="1371600"/>
            <a:ext cx="5009040" cy="6171840"/>
          </a:xfrm>
          <a:prstGeom prst="rect">
            <a:avLst/>
          </a:prstGeom>
          <a:ln w="0">
            <a:noFill/>
          </a:ln>
        </p:spPr>
      </p:pic>
      <p:sp>
        <p:nvSpPr>
          <p:cNvPr id="232" name="Shape 1"/>
          <p:cNvSpPr/>
          <p:nvPr/>
        </p:nvSpPr>
        <p:spPr>
          <a:xfrm>
            <a:off x="5039280" y="339840"/>
            <a:ext cx="1117080" cy="287280"/>
          </a:xfrm>
          <a:prstGeom prst="roundRect">
            <a:avLst>
              <a:gd name="adj" fmla="val 6856"/>
            </a:avLst>
          </a:prstGeom>
          <a:noFill/>
          <a:ln w="7620">
            <a:solidFill>
              <a:srgbClr val="ffffff"/>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pic>
        <p:nvPicPr>
          <p:cNvPr id="233" name="Image 6" descr="preencoded.png"/>
          <p:cNvPicPr/>
          <p:nvPr/>
        </p:nvPicPr>
        <p:blipFill>
          <a:blip r:embed="rId2">
            <a:extLst>
              <a:ext uri="{96DAC541-7B7A-43D3-8B79-37D633B846F1}">
                <asvg:svgBlip xmlns:asvg="http://schemas.microsoft.com/office/drawing/2016/SVG/main" r:embed="rId3"/>
              </a:ext>
            </a:extLst>
          </a:blip>
          <a:stretch/>
        </p:blipFill>
        <p:spPr>
          <a:xfrm>
            <a:off x="5145840" y="418320"/>
            <a:ext cx="129960" cy="129960"/>
          </a:xfrm>
          <a:prstGeom prst="rect">
            <a:avLst/>
          </a:prstGeom>
          <a:ln w="0">
            <a:noFill/>
          </a:ln>
        </p:spPr>
      </p:pic>
      <p:sp>
        <p:nvSpPr>
          <p:cNvPr id="234" name="Text 32"/>
          <p:cNvSpPr/>
          <p:nvPr/>
        </p:nvSpPr>
        <p:spPr>
          <a:xfrm>
            <a:off x="5344200" y="396720"/>
            <a:ext cx="705240" cy="173160"/>
          </a:xfrm>
          <a:prstGeom prst="rect">
            <a:avLst/>
          </a:prstGeom>
          <a:noFill/>
          <a:ln w="0">
            <a:noFill/>
          </a:ln>
        </p:spPr>
        <p:style>
          <a:lnRef idx="0"/>
          <a:fillRef idx="0"/>
          <a:effectRef idx="0"/>
          <a:fontRef idx="minor"/>
        </p:style>
        <p:txBody>
          <a:bodyPr wrap="none" lIns="0" rIns="0" tIns="0" bIns="0" anchor="t">
            <a:noAutofit/>
          </a:bodyPr>
          <a:p>
            <a:pPr>
              <a:lnSpc>
                <a:spcPts val="1349"/>
              </a:lnSpc>
              <a:tabLst>
                <a:tab algn="l" pos="0"/>
              </a:tabLst>
            </a:pPr>
            <a:r>
              <a:rPr b="0" lang="en-US" sz="1000" spc="-1" strike="noStrike">
                <a:solidFill>
                  <a:srgbClr val="ffffff"/>
                </a:solidFill>
                <a:latin typeface="Source Sans 3"/>
                <a:ea typeface="Source Sans 3"/>
              </a:rPr>
              <a:t>EV TAPŞIRIĞI</a:t>
            </a:r>
            <a:endParaRPr b="0" lang="en-US" sz="1000" spc="-1" strike="noStrike">
              <a:solidFill>
                <a:srgbClr val="000000"/>
              </a:solidFill>
              <a:latin typeface="Arial"/>
            </a:endParaRPr>
          </a:p>
        </p:txBody>
      </p:sp>
      <p:sp>
        <p:nvSpPr>
          <p:cNvPr id="235" name="Text 33"/>
          <p:cNvSpPr/>
          <p:nvPr/>
        </p:nvSpPr>
        <p:spPr>
          <a:xfrm>
            <a:off x="5039280" y="680040"/>
            <a:ext cx="2957760" cy="467640"/>
          </a:xfrm>
          <a:prstGeom prst="rect">
            <a:avLst/>
          </a:prstGeom>
          <a:noFill/>
          <a:ln w="0">
            <a:noFill/>
          </a:ln>
        </p:spPr>
        <p:style>
          <a:lnRef idx="0"/>
          <a:fillRef idx="0"/>
          <a:effectRef idx="0"/>
          <a:fontRef idx="minor"/>
        </p:style>
        <p:txBody>
          <a:bodyPr wrap="none" lIns="0" rIns="0" tIns="0" bIns="0" anchor="t">
            <a:noAutofit/>
          </a:bodyPr>
          <a:p>
            <a:pPr>
              <a:lnSpc>
                <a:spcPts val="3699"/>
              </a:lnSpc>
              <a:tabLst>
                <a:tab algn="l" pos="0"/>
              </a:tabLst>
            </a:pPr>
            <a:r>
              <a:rPr b="1" lang="en-US" sz="2950" spc="-1" strike="noStrike">
                <a:solidFill>
                  <a:srgbClr val="ffffff"/>
                </a:solidFill>
                <a:latin typeface="Montserrat Bold"/>
                <a:ea typeface="Montserrat Bold"/>
              </a:rPr>
              <a:t>Test Tapşirigı L4</a:t>
            </a:r>
            <a:endParaRPr b="0" lang="en-US" sz="295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4.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5.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6.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7.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8.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9.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10.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1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1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13.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224</TotalTime>
  <Application>LibreOffice/24.2.7.2$Linux_X86_64 LibreOffice_project/420$Build-2</Application>
  <AppVersion>15.0000</AppVersion>
  <Words>0</Words>
  <Paragraphs>0</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2026-02-16T10:02:12Z</dcterms:created>
  <dc:creator/>
  <dc:description/>
  <dc:language>en-US</dc:language>
  <cp:lastModifiedBy/>
  <dcterms:modified xsi:type="dcterms:W3CDTF">2026-03-09T19:27:46Z</dcterms:modified>
  <cp:revision>5</cp:revision>
  <dc:subject/>
  <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11</vt:i4>
  </property>
  <property fmtid="{D5CDD505-2E9C-101B-9397-08002B2CF9AE}" pid="3" name="PresentationFormat">
    <vt:lpwstr>On-screen Show (16:9)</vt:lpwstr>
  </property>
  <property fmtid="{D5CDD505-2E9C-101B-9397-08002B2CF9AE}" pid="4" name="Slides">
    <vt:i4>11</vt:i4>
  </property>
</Properties>
</file>